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44" d="100"/>
          <a:sy n="44" d="100"/>
        </p:scale>
        <p:origin x="8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4DB9C-9AD5-4E01-AE0A-4433DD79136D}" type="datetimeFigureOut">
              <a:rPr lang="en-ID" smtClean="0"/>
              <a:t>06/02/2025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D29E-3338-46B2-850D-CCD42A611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75954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4DB9C-9AD5-4E01-AE0A-4433DD79136D}" type="datetimeFigureOut">
              <a:rPr lang="en-ID" smtClean="0"/>
              <a:t>06/02/2025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D29E-3338-46B2-850D-CCD42A611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48550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4DB9C-9AD5-4E01-AE0A-4433DD79136D}" type="datetimeFigureOut">
              <a:rPr lang="en-ID" smtClean="0"/>
              <a:t>06/02/2025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D29E-3338-46B2-850D-CCD42A611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30953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4DB9C-9AD5-4E01-AE0A-4433DD79136D}" type="datetimeFigureOut">
              <a:rPr lang="en-ID" smtClean="0"/>
              <a:t>06/02/2025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D29E-3338-46B2-850D-CCD42A611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03312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4DB9C-9AD5-4E01-AE0A-4433DD79136D}" type="datetimeFigureOut">
              <a:rPr lang="en-ID" smtClean="0"/>
              <a:t>06/02/2025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D29E-3338-46B2-850D-CCD42A611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57772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4DB9C-9AD5-4E01-AE0A-4433DD79136D}" type="datetimeFigureOut">
              <a:rPr lang="en-ID" smtClean="0"/>
              <a:t>06/02/2025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D29E-3338-46B2-850D-CCD42A611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6654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4DB9C-9AD5-4E01-AE0A-4433DD79136D}" type="datetimeFigureOut">
              <a:rPr lang="en-ID" smtClean="0"/>
              <a:t>06/02/2025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D29E-3338-46B2-850D-CCD42A611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68810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4DB9C-9AD5-4E01-AE0A-4433DD79136D}" type="datetimeFigureOut">
              <a:rPr lang="en-ID" smtClean="0"/>
              <a:t>06/02/2025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D29E-3338-46B2-850D-CCD42A611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2179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4DB9C-9AD5-4E01-AE0A-4433DD79136D}" type="datetimeFigureOut">
              <a:rPr lang="en-ID" smtClean="0"/>
              <a:t>06/02/2025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D29E-3338-46B2-850D-CCD42A611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48370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4DB9C-9AD5-4E01-AE0A-4433DD79136D}" type="datetimeFigureOut">
              <a:rPr lang="en-ID" smtClean="0"/>
              <a:t>06/02/2025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D29E-3338-46B2-850D-CCD42A611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49709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4DB9C-9AD5-4E01-AE0A-4433DD79136D}" type="datetimeFigureOut">
              <a:rPr lang="en-ID" smtClean="0"/>
              <a:t>06/02/2025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D29E-3338-46B2-850D-CCD42A611DB4}" type="slidenum">
              <a:rPr lang="en-ID" smtClean="0"/>
              <a:t>‹#›</a:t>
            </a:fld>
            <a:endParaRPr lang="en-ID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6005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4DB9C-9AD5-4E01-AE0A-4433DD79136D}" type="datetimeFigureOut">
              <a:rPr lang="en-ID" smtClean="0"/>
              <a:t>06/02/2025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D29E-3338-46B2-850D-CCD42A611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814320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4DB9C-9AD5-4E01-AE0A-4433DD79136D}" type="datetimeFigureOut">
              <a:rPr lang="en-ID" smtClean="0"/>
              <a:t>06/02/2025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D29E-3338-46B2-850D-CCD42A611DB4}" type="slidenum">
              <a:rPr lang="en-ID" smtClean="0"/>
              <a:t>‹#›</a:t>
            </a:fld>
            <a:endParaRPr lang="en-ID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11793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4DB9C-9AD5-4E01-AE0A-4433DD79136D}" type="datetimeFigureOut">
              <a:rPr lang="en-ID" smtClean="0"/>
              <a:t>06/02/2025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D29E-3338-46B2-850D-CCD42A611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53229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4DB9C-9AD5-4E01-AE0A-4433DD79136D}" type="datetimeFigureOut">
              <a:rPr lang="en-ID" smtClean="0"/>
              <a:t>06/02/2025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D29E-3338-46B2-850D-CCD42A611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678740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4DB9C-9AD5-4E01-AE0A-4433DD79136D}" type="datetimeFigureOut">
              <a:rPr lang="en-ID" smtClean="0"/>
              <a:t>06/02/2025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D29E-3338-46B2-850D-CCD42A611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75349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24DB9C-9AD5-4E01-AE0A-4433DD79136D}" type="datetimeFigureOut">
              <a:rPr lang="en-ID" smtClean="0"/>
              <a:t>06/02/2025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C64D29E-3338-46B2-850D-CCD42A611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08149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eepublishstore.com/blog/alur-proses-produksi-multimedia/#:~:text=10%20Alur%20Proses%20Produksi%20Multimedia%201%201.%20Menentukan,...%208%208.%20Melakukan%20Dokumentasi%20...%20More%20items" TargetMode="External"/><Relationship Id="rId2" Type="http://schemas.openxmlformats.org/officeDocument/2006/relationships/hyperlink" Target="https://www.detik.com/edu/detikpedia/d-6142968/apa-itu-multimedia-ini-pengertian-elemen-dan-jenisnya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F15AF-CD64-5E37-FA70-6FFC47717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539" y="1285331"/>
            <a:ext cx="9114977" cy="2434071"/>
          </a:xfrm>
        </p:spPr>
        <p:txBody>
          <a:bodyPr/>
          <a:lstStyle/>
          <a:p>
            <a:r>
              <a:rPr lang="en-US" sz="8000" b="1" dirty="0"/>
              <a:t>PENGENALAN MULTIMEDIA</a:t>
            </a:r>
            <a:endParaRPr lang="en-ID" sz="8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ABDCD8-5E05-86D8-8378-3F05329D7F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6580" y="4355633"/>
            <a:ext cx="7766936" cy="1096899"/>
          </a:xfrm>
        </p:spPr>
        <p:txBody>
          <a:bodyPr>
            <a:normAutofit/>
          </a:bodyPr>
          <a:lstStyle/>
          <a:p>
            <a:r>
              <a:rPr lang="en-US" sz="3200" dirty="0" err="1"/>
              <a:t>Kelas</a:t>
            </a:r>
            <a:r>
              <a:rPr lang="en-US" sz="3200" dirty="0"/>
              <a:t> 10</a:t>
            </a:r>
            <a:endParaRPr lang="en-ID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4E77B3-E85B-4A9D-C0C0-78BDC95D52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420" y="5452532"/>
            <a:ext cx="1308864" cy="1309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072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49468-5297-0AD4-6720-3487B9604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PENGERTIAN MULTIMEDIA</a:t>
            </a:r>
            <a:endParaRPr lang="en-ID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B37A3-D418-6E39-23D2-62416693C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/>
          <a:lstStyle/>
          <a:p>
            <a:pPr marL="90170" indent="269875">
              <a:lnSpc>
                <a:spcPct val="150000"/>
              </a:lnSpc>
              <a:spcAft>
                <a:spcPts val="800"/>
              </a:spcAft>
            </a:pP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Multimedia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adalah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integrasi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dari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beberapa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komponen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seperti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teks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audio, video,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animasi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dan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gambar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. Multimedia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ini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akan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diatur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melalui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software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dalam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komputer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dan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terdapat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interaksi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antara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media dan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pengguna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Secara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umum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dapat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dikatakan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multimedia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bila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ada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gabungan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dari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suara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gambar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dan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teks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. Kata multimedia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sendiri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berasal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dari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kata multi yang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berarti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banyak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dan media yang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merupakan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pengantar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. </a:t>
            </a:r>
            <a:endParaRPr lang="en-ID" sz="20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90170" indent="269875">
              <a:lnSpc>
                <a:spcPct val="150000"/>
              </a:lnSpc>
              <a:spcAft>
                <a:spcPts val="800"/>
              </a:spcAft>
            </a:pP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Sehingga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multimedia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menjadi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sarana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untuk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mempresentasikan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suatu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objek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tertentu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melalui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platform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dengan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kombinasi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berbagai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2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unsur</a:t>
            </a:r>
            <a:r>
              <a:rPr lang="en-ID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.</a:t>
            </a:r>
            <a:endParaRPr lang="en-ID" sz="20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21671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46CC-0094-C3B5-7871-7E44FF018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ELEMEN </a:t>
            </a:r>
            <a:r>
              <a:rPr lang="en-US" sz="4800" dirty="0" err="1"/>
              <a:t>ELEMEN</a:t>
            </a:r>
            <a:r>
              <a:rPr lang="en-US" sz="4800" dirty="0"/>
              <a:t> MULTIMEDIA</a:t>
            </a:r>
            <a:endParaRPr lang="en-ID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8F4C6-4396-EA03-EF54-0EB4F0D27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83027"/>
            <a:ext cx="9208788" cy="4863548"/>
          </a:xfrm>
        </p:spPr>
        <p:txBody>
          <a:bodyPr>
            <a:normAutofit fontScale="92500" lnSpcReduction="10000"/>
          </a:bodyPr>
          <a:lstStyle/>
          <a:p>
            <a:pPr marL="457200">
              <a:lnSpc>
                <a:spcPct val="150000"/>
              </a:lnSpc>
            </a:pPr>
            <a:r>
              <a:rPr lang="en-ID" sz="35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Ada </a:t>
            </a:r>
            <a:r>
              <a:rPr lang="en-ID" sz="35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enam</a:t>
            </a:r>
            <a:r>
              <a:rPr lang="en-ID" sz="35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35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elemen</a:t>
            </a:r>
            <a:r>
              <a:rPr lang="en-ID" sz="35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35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penting</a:t>
            </a:r>
            <a:r>
              <a:rPr lang="en-ID" sz="35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35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dalam</a:t>
            </a:r>
            <a:r>
              <a:rPr lang="en-ID" sz="35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multimedia </a:t>
            </a:r>
            <a:r>
              <a:rPr lang="en-ID" sz="35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yaitu</a:t>
            </a:r>
            <a:r>
              <a:rPr lang="en-ID" sz="35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: </a:t>
            </a:r>
            <a:endParaRPr lang="en-ID" sz="35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D" sz="2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Teks</a:t>
            </a:r>
            <a:endParaRPr lang="en-ID" sz="26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D" sz="26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Foto</a:t>
            </a:r>
            <a:endParaRPr lang="en-ID" sz="26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D" sz="2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Audio</a:t>
            </a:r>
            <a:endParaRPr lang="en-ID" sz="26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D" sz="2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Video</a:t>
            </a:r>
            <a:endParaRPr lang="en-ID" sz="26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D" sz="26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Animasi</a:t>
            </a:r>
            <a:endParaRPr lang="en-ID" sz="26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ID" sz="2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Virtual Reality</a:t>
            </a:r>
            <a:endParaRPr lang="en-ID" sz="26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19093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01F4F-1845-AA6A-2A0E-788450096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JENIS-JENIS MULTIMEDIA</a:t>
            </a:r>
            <a:endParaRPr lang="en-ID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37B4A-2491-3F95-9FB0-F274C1F37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9381066" cy="4452246"/>
          </a:xfrm>
        </p:spPr>
        <p:txBody>
          <a:bodyPr>
            <a:normAutofit fontScale="40000" lnSpcReduction="20000"/>
          </a:bodyPr>
          <a:lstStyle/>
          <a:p>
            <a:pPr lvl="0">
              <a:lnSpc>
                <a:spcPct val="150000"/>
              </a:lnSpc>
              <a:spcAft>
                <a:spcPts val="800"/>
              </a:spcAft>
              <a:buSzPts val="1200"/>
              <a:buFont typeface="Wingdings" panose="05000000000000000000" pitchFamily="2" charset="2"/>
              <a:buChar char="q"/>
            </a:pP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Multimedia juga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memiliki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jenisnya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yaitu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:  </a:t>
            </a:r>
            <a:b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</a:b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a. Multimedia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interaktif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artinya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pengguna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dapat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melakukan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kontrol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dan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mengakses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berbagai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elemen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dalam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multimedia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untuk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nantinya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akan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ditampilkan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Seperti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game, website,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hingga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multimedia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pembelajaran</a:t>
            </a:r>
            <a:b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</a:b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b. Multimedia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hiperaktif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maksudnya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adalah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jenis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ini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memiliki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struktur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dari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elemen-elemen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terkait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dengan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pengguna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yang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dapat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mengarahkannya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Seperti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world wide web, website, game online.</a:t>
            </a:r>
            <a:b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</a:b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c. Multimedia linier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artinya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pengguna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hanya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dapat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menjadi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penikmat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dan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penonton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pada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produk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multimedia.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Seperti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televisi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film,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koran</a:t>
            </a:r>
            <a:r>
              <a:rPr lang="en-ID" sz="5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dan </a:t>
            </a:r>
            <a:r>
              <a:rPr lang="en-ID" sz="50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sejenisnya</a:t>
            </a:r>
            <a:endParaRPr lang="en-ID" sz="50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ID" sz="4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ID" sz="42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56659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A3D01-554F-5FCF-E4B5-D6D4CE09A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sz="4000" dirty="0"/>
              <a:t>ALUR PROSES PRODUKSI MULTIMEDIA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99BF4-45F1-A9E2-2991-E9BBD138D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301553" cy="449200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D" sz="2000" dirty="0"/>
              <a:t>1.	</a:t>
            </a:r>
            <a:r>
              <a:rPr lang="en-ID" sz="2000" dirty="0" err="1"/>
              <a:t>Menentukan</a:t>
            </a:r>
            <a:r>
              <a:rPr lang="en-ID" sz="2000" dirty="0"/>
              <a:t> Ide, </a:t>
            </a:r>
            <a:r>
              <a:rPr lang="en-ID" sz="2000" dirty="0" err="1"/>
              <a:t>Konsep</a:t>
            </a:r>
            <a:r>
              <a:rPr lang="en-ID" sz="2000" dirty="0"/>
              <a:t>, dan </a:t>
            </a:r>
            <a:r>
              <a:rPr lang="en-ID" sz="2000" dirty="0" err="1"/>
              <a:t>Menulis</a:t>
            </a:r>
            <a:r>
              <a:rPr lang="en-ID" sz="2000" dirty="0"/>
              <a:t> </a:t>
            </a:r>
            <a:r>
              <a:rPr lang="en-ID" sz="2000" dirty="0" err="1"/>
              <a:t>Naskah</a:t>
            </a:r>
            <a:endParaRPr lang="en-ID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D" sz="2000" dirty="0"/>
              <a:t>2.	</a:t>
            </a:r>
            <a:r>
              <a:rPr lang="en-ID" sz="2000" dirty="0" err="1"/>
              <a:t>Membuat</a:t>
            </a:r>
            <a:r>
              <a:rPr lang="en-ID" sz="2000" dirty="0"/>
              <a:t> Tim </a:t>
            </a:r>
            <a:r>
              <a:rPr lang="en-ID" sz="2000" dirty="0" err="1"/>
              <a:t>Produksi</a:t>
            </a:r>
            <a:endParaRPr lang="en-ID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D" sz="2000" dirty="0"/>
              <a:t>3.	</a:t>
            </a:r>
            <a:r>
              <a:rPr lang="en-ID" sz="2000" dirty="0" err="1"/>
              <a:t>Membuat</a:t>
            </a:r>
            <a:r>
              <a:rPr lang="en-ID" sz="2000" dirty="0"/>
              <a:t> Storyboard dan </a:t>
            </a:r>
            <a:r>
              <a:rPr lang="en-ID" sz="2000" dirty="0" err="1"/>
              <a:t>Jadwal</a:t>
            </a:r>
            <a:r>
              <a:rPr lang="en-ID" sz="2000" dirty="0"/>
              <a:t> </a:t>
            </a:r>
            <a:r>
              <a:rPr lang="en-ID" sz="2000" dirty="0" err="1"/>
              <a:t>Produksi</a:t>
            </a:r>
            <a:endParaRPr lang="en-ID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D" sz="2000" dirty="0"/>
              <a:t>4.	</a:t>
            </a:r>
            <a:r>
              <a:rPr lang="en-ID" sz="2000" dirty="0" err="1"/>
              <a:t>Menyiapkan</a:t>
            </a:r>
            <a:r>
              <a:rPr lang="en-ID" sz="2000" dirty="0"/>
              <a:t> </a:t>
            </a:r>
            <a:r>
              <a:rPr lang="en-ID" sz="2000" dirty="0" err="1"/>
              <a:t>Perlengkapan</a:t>
            </a:r>
            <a:r>
              <a:rPr lang="en-ID" sz="2000" dirty="0"/>
              <a:t> dan </a:t>
            </a:r>
            <a:r>
              <a:rPr lang="en-ID" sz="2000" dirty="0" err="1"/>
              <a:t>Peralatan</a:t>
            </a:r>
            <a:r>
              <a:rPr lang="en-ID" sz="2000" dirty="0"/>
              <a:t> </a:t>
            </a:r>
            <a:r>
              <a:rPr lang="en-ID" sz="2000" dirty="0" err="1"/>
              <a:t>Produksi</a:t>
            </a:r>
            <a:endParaRPr lang="en-ID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D" sz="2000" dirty="0"/>
              <a:t>5.	</a:t>
            </a:r>
            <a:r>
              <a:rPr lang="en-ID" sz="2000" dirty="0" err="1"/>
              <a:t>Menentukan</a:t>
            </a:r>
            <a:r>
              <a:rPr lang="en-ID" sz="2000" dirty="0"/>
              <a:t> Lokasi dan </a:t>
            </a:r>
            <a:r>
              <a:rPr lang="en-ID" sz="2000" dirty="0" err="1"/>
              <a:t>Mencari</a:t>
            </a:r>
            <a:r>
              <a:rPr lang="en-ID" sz="2000" dirty="0"/>
              <a:t> </a:t>
            </a:r>
            <a:r>
              <a:rPr lang="en-ID" sz="2000" dirty="0" err="1"/>
              <a:t>Pemain</a:t>
            </a:r>
            <a:endParaRPr lang="en-ID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D" sz="2000" dirty="0"/>
              <a:t>6.	</a:t>
            </a:r>
            <a:r>
              <a:rPr lang="en-ID" sz="2000" dirty="0" err="1"/>
              <a:t>Membuat</a:t>
            </a:r>
            <a:r>
              <a:rPr lang="en-ID" sz="2000" dirty="0"/>
              <a:t> </a:t>
            </a:r>
            <a:r>
              <a:rPr lang="en-ID" sz="2000" dirty="0" err="1"/>
              <a:t>Rincian</a:t>
            </a:r>
            <a:r>
              <a:rPr lang="en-ID" sz="2000" dirty="0"/>
              <a:t> </a:t>
            </a:r>
            <a:r>
              <a:rPr lang="en-ID" sz="2000" dirty="0" err="1"/>
              <a:t>Anggaran</a:t>
            </a:r>
            <a:r>
              <a:rPr lang="en-ID" sz="2000" dirty="0"/>
              <a:t> </a:t>
            </a:r>
            <a:r>
              <a:rPr lang="en-ID" sz="2000" dirty="0" err="1"/>
              <a:t>Biaya</a:t>
            </a:r>
            <a:r>
              <a:rPr lang="en-ID" sz="2000" dirty="0"/>
              <a:t> </a:t>
            </a:r>
            <a:r>
              <a:rPr lang="en-ID" sz="2000" dirty="0" err="1"/>
              <a:t>Produksi</a:t>
            </a:r>
            <a:endParaRPr lang="en-ID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D" sz="2000" dirty="0"/>
              <a:t>7.	</a:t>
            </a:r>
            <a:r>
              <a:rPr lang="en-ID" sz="2000" dirty="0" err="1"/>
              <a:t>Mengambil</a:t>
            </a:r>
            <a:r>
              <a:rPr lang="en-ID" sz="2000" dirty="0"/>
              <a:t> Gambar dan </a:t>
            </a:r>
            <a:r>
              <a:rPr lang="en-ID" sz="2000" dirty="0" err="1"/>
              <a:t>Suara</a:t>
            </a:r>
            <a:endParaRPr lang="en-ID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D" sz="2000" dirty="0"/>
              <a:t>8.	</a:t>
            </a:r>
            <a:r>
              <a:rPr lang="en-ID" sz="2000" dirty="0" err="1"/>
              <a:t>Melakukan</a:t>
            </a:r>
            <a:r>
              <a:rPr lang="en-ID" sz="2000" dirty="0"/>
              <a:t> </a:t>
            </a:r>
            <a:r>
              <a:rPr lang="en-ID" sz="2000" dirty="0" err="1"/>
              <a:t>Dokumentasi</a:t>
            </a:r>
            <a:endParaRPr lang="en-ID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D" sz="2000" dirty="0"/>
              <a:t>9.	</a:t>
            </a:r>
            <a:r>
              <a:rPr lang="en-ID" sz="2000" dirty="0" err="1"/>
              <a:t>Melakukan</a:t>
            </a:r>
            <a:r>
              <a:rPr lang="en-ID" sz="2000" dirty="0"/>
              <a:t> Editing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sz="2000" dirty="0"/>
              <a:t>10.	</a:t>
            </a:r>
            <a:r>
              <a:rPr lang="en-ID" sz="2000" dirty="0" err="1"/>
              <a:t>Melakukan</a:t>
            </a:r>
            <a:r>
              <a:rPr lang="en-ID" sz="2000" dirty="0"/>
              <a:t> Finishing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6977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E9D57-BA83-983E-EBAB-1999AF54F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REFERENSI</a:t>
            </a:r>
            <a:br>
              <a:rPr lang="en-US" dirty="0"/>
            </a:br>
            <a:endParaRPr lang="en-ID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3C12BC-9E89-9C0B-55FB-3A007D9515B0}"/>
              </a:ext>
            </a:extLst>
          </p:cNvPr>
          <p:cNvSpPr txBox="1"/>
          <p:nvPr/>
        </p:nvSpPr>
        <p:spPr>
          <a:xfrm>
            <a:off x="1311965" y="1930400"/>
            <a:ext cx="720918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D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https://www.detik.com/edu/detikpedia/d-6142968/apa-itu-multimedia-ini-pengertian-elemen-dan-jenisnya</a:t>
            </a:r>
            <a:endParaRPr lang="en-ID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D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D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https://deepublishstore.com/blog/</a:t>
            </a:r>
            <a:r>
              <a:rPr lang="en-ID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alur</a:t>
            </a:r>
            <a:r>
              <a:rPr lang="en-ID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-proses-</a:t>
            </a:r>
            <a:r>
              <a:rPr lang="en-ID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produksi</a:t>
            </a:r>
            <a:r>
              <a:rPr lang="en-ID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-multimedia/#:~:text=10%20Alur%20Proses%20Produksi%20Multimedia%201%201.%20Menentukan,...%208%208.%20Melakukan%20Dokumentasi%20...%20More%20items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93445A-CE2A-FC01-2D61-9AE846CFFB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8733" y="5613024"/>
            <a:ext cx="1938468" cy="114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72964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</TotalTime>
  <Words>332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PENGENALAN MULTIMEDIA</vt:lpstr>
      <vt:lpstr>PENGERTIAN MULTIMEDIA</vt:lpstr>
      <vt:lpstr>ELEMEN ELEMEN MULTIMEDIA</vt:lpstr>
      <vt:lpstr>JENIS-JENIS MULTIMEDIA</vt:lpstr>
      <vt:lpstr>ALUR PROSES PRODUKSI MULTIMEDIA</vt:lpstr>
      <vt:lpstr>REFERENSI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PENGENALAN MULTIMEDIA</dc:title>
  <dc:creator>Thanasius E</dc:creator>
  <cp:lastModifiedBy>Thanasius E</cp:lastModifiedBy>
  <cp:revision>1</cp:revision>
  <dcterms:created xsi:type="dcterms:W3CDTF">2025-02-06T06:14:50Z</dcterms:created>
  <dcterms:modified xsi:type="dcterms:W3CDTF">2025-02-06T06:42:27Z</dcterms:modified>
</cp:coreProperties>
</file>