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1" r:id="rId9"/>
    <p:sldId id="262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8" r:id="rId32"/>
    <p:sldId id="286" r:id="rId33"/>
    <p:sldId id="287" r:id="rId34"/>
    <p:sldId id="289" r:id="rId35"/>
    <p:sldId id="291" r:id="rId36"/>
    <p:sldId id="292" r:id="rId37"/>
    <p:sldId id="290" r:id="rId38"/>
    <p:sldId id="293" r:id="rId39"/>
    <p:sldId id="294" r:id="rId40"/>
    <p:sldId id="295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55370-B26F-4B41-AECD-440FEF7EB2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4677" y="453172"/>
            <a:ext cx="9448800" cy="1825096"/>
          </a:xfrm>
        </p:spPr>
        <p:txBody>
          <a:bodyPr>
            <a:normAutofit/>
          </a:bodyPr>
          <a:lstStyle/>
          <a:p>
            <a:r>
              <a:rPr lang="en-US" sz="9600" dirty="0">
                <a:latin typeface="Arial Black" panose="020B0A04020102020204" pitchFamily="34" charset="0"/>
              </a:rPr>
              <a:t>KAMERA</a:t>
            </a:r>
            <a:endParaRPr lang="en-ID" sz="9600" dirty="0">
              <a:latin typeface="Arial Black" panose="020B0A04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2C5028-D43F-4C1A-A31C-3FE219B800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487" y="5333235"/>
            <a:ext cx="9448800" cy="685800"/>
          </a:xfrm>
        </p:spPr>
        <p:txBody>
          <a:bodyPr>
            <a:noAutofit/>
          </a:bodyPr>
          <a:lstStyle/>
          <a:p>
            <a:r>
              <a:rPr lang="en-ID" sz="2400" dirty="0" err="1"/>
              <a:t>Materi</a:t>
            </a:r>
            <a:r>
              <a:rPr lang="en-ID" sz="2400" dirty="0"/>
              <a:t> </a:t>
            </a:r>
            <a:r>
              <a:rPr lang="en-ID" sz="2400" dirty="0" err="1"/>
              <a:t>kelas</a:t>
            </a:r>
            <a:r>
              <a:rPr lang="en-ID" sz="2400" dirty="0"/>
              <a:t> X, di </a:t>
            </a:r>
            <a:r>
              <a:rPr lang="en-ID" sz="2400" dirty="0" err="1"/>
              <a:t>susun</a:t>
            </a:r>
            <a:r>
              <a:rPr lang="en-ID" sz="2400" dirty="0"/>
              <a:t> oleh</a:t>
            </a:r>
          </a:p>
          <a:p>
            <a:r>
              <a:rPr lang="en-ID" sz="2400" dirty="0"/>
              <a:t>Ethan. Athanasius. T</a:t>
            </a:r>
          </a:p>
          <a:p>
            <a:r>
              <a:rPr lang="en-ID" sz="2400" dirty="0"/>
              <a:t>X DKV II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9CA15B-89CB-4E6D-BFD5-8EB10685F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5646" y="1756277"/>
            <a:ext cx="5790580" cy="409895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733079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2A65A-F3B3-4068-9880-ABEA43C85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>
            <a:normAutofit/>
          </a:bodyPr>
          <a:lstStyle/>
          <a:p>
            <a:pPr algn="l"/>
            <a:r>
              <a:rPr lang="en-ID" sz="8000" b="1" dirty="0" err="1"/>
              <a:t>Pembahasan</a:t>
            </a:r>
            <a:endParaRPr lang="en-ID" sz="8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26261-229E-423A-9BBE-80F7802AF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D" sz="4000" b="1" i="1" dirty="0" err="1"/>
              <a:t>Pengertian</a:t>
            </a:r>
            <a:endParaRPr lang="en-ID" sz="4000" b="1" i="1" dirty="0"/>
          </a:p>
          <a:p>
            <a:pPr algn="just"/>
            <a:r>
              <a:rPr lang="en-ID" sz="4000" b="1" i="1" dirty="0" err="1"/>
              <a:t>Fungsi</a:t>
            </a:r>
            <a:endParaRPr lang="en-ID" sz="4000" b="1" i="1" dirty="0"/>
          </a:p>
          <a:p>
            <a:pPr algn="just"/>
            <a:r>
              <a:rPr lang="en-ID" sz="4000" b="1" i="1" dirty="0" err="1"/>
              <a:t>Jenis-jenis</a:t>
            </a:r>
            <a:endParaRPr lang="en-ID" sz="4000" b="1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B3AC8C-5A14-42CC-981D-5F0B34A5D3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3513" y="2194561"/>
            <a:ext cx="5680835" cy="3949130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993377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8404D-27EE-4425-8586-18F13FEF3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>
            <a:normAutofit/>
          </a:bodyPr>
          <a:lstStyle/>
          <a:p>
            <a:pPr algn="l"/>
            <a:r>
              <a:rPr lang="en-ID" sz="6000" b="1" dirty="0" err="1"/>
              <a:t>Pengertian</a:t>
            </a:r>
            <a:r>
              <a:rPr lang="en-ID" sz="6000" b="1" dirty="0"/>
              <a:t> </a:t>
            </a:r>
            <a:r>
              <a:rPr lang="en-ID" sz="6000" b="1" dirty="0" err="1"/>
              <a:t>kamera</a:t>
            </a:r>
            <a:endParaRPr lang="en-ID" sz="6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535F9-F19E-486E-A64C-E07C55DAB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5410200" cy="4024125"/>
          </a:xfrm>
        </p:spPr>
        <p:txBody>
          <a:bodyPr>
            <a:normAutofit/>
          </a:bodyPr>
          <a:lstStyle/>
          <a:p>
            <a:r>
              <a:rPr lang="en-ID" sz="2800" dirty="0" err="1"/>
              <a:t>Kamera</a:t>
            </a:r>
            <a:r>
              <a:rPr lang="en-ID" sz="2800" dirty="0"/>
              <a:t> </a:t>
            </a:r>
            <a:r>
              <a:rPr lang="en-ID" sz="2800" dirty="0" err="1"/>
              <a:t>merupakan</a:t>
            </a:r>
            <a:r>
              <a:rPr lang="en-ID" sz="2800" dirty="0"/>
              <a:t> </a:t>
            </a:r>
            <a:r>
              <a:rPr lang="en-ID" sz="2800" dirty="0" err="1"/>
              <a:t>sebuah</a:t>
            </a:r>
            <a:r>
              <a:rPr lang="en-ID" sz="2800" dirty="0"/>
              <a:t> </a:t>
            </a:r>
            <a:r>
              <a:rPr lang="en-ID" sz="2800" dirty="0" err="1"/>
              <a:t>alat</a:t>
            </a:r>
            <a:r>
              <a:rPr lang="en-ID" sz="2800" dirty="0"/>
              <a:t> yang </a:t>
            </a:r>
            <a:r>
              <a:rPr lang="en-ID" sz="2800" dirty="0" err="1"/>
              <a:t>digunakan</a:t>
            </a:r>
            <a:r>
              <a:rPr lang="en-ID" sz="2800" dirty="0"/>
              <a:t> </a:t>
            </a:r>
            <a:r>
              <a:rPr lang="en-ID" sz="2800" dirty="0" err="1"/>
              <a:t>untuk</a:t>
            </a:r>
            <a:r>
              <a:rPr lang="en-ID" sz="2800" dirty="0"/>
              <a:t> </a:t>
            </a:r>
            <a:r>
              <a:rPr lang="en-ID" sz="2800" dirty="0" err="1"/>
              <a:t>mengabadikan</a:t>
            </a:r>
            <a:r>
              <a:rPr lang="en-ID" sz="2800" dirty="0"/>
              <a:t> </a:t>
            </a:r>
            <a:r>
              <a:rPr lang="en-ID" sz="2800" dirty="0" err="1"/>
              <a:t>suatu</a:t>
            </a:r>
            <a:r>
              <a:rPr lang="en-ID" sz="2800" dirty="0"/>
              <a:t> </a:t>
            </a:r>
            <a:r>
              <a:rPr lang="en-ID" sz="2800" dirty="0" err="1"/>
              <a:t>objek</a:t>
            </a:r>
            <a:r>
              <a:rPr lang="en-ID" sz="2800" dirty="0"/>
              <a:t> yang </a:t>
            </a:r>
            <a:r>
              <a:rPr lang="en-ID" sz="2800" dirty="0" err="1"/>
              <a:t>akan</a:t>
            </a:r>
            <a:r>
              <a:rPr lang="en-ID" sz="2800" dirty="0"/>
              <a:t> </a:t>
            </a:r>
            <a:r>
              <a:rPr lang="en-ID" sz="2800" dirty="0" err="1"/>
              <a:t>dijadikan</a:t>
            </a:r>
            <a:r>
              <a:rPr lang="en-ID" sz="2800" dirty="0"/>
              <a:t> </a:t>
            </a:r>
            <a:r>
              <a:rPr lang="en-ID" sz="2800" dirty="0" err="1"/>
              <a:t>sebuah</a:t>
            </a:r>
            <a:r>
              <a:rPr lang="en-ID" sz="2800" dirty="0"/>
              <a:t> </a:t>
            </a:r>
            <a:r>
              <a:rPr lang="en-ID" sz="2800" dirty="0" err="1"/>
              <a:t>gambar</a:t>
            </a:r>
            <a:r>
              <a:rPr lang="en-ID" sz="2800" dirty="0"/>
              <a:t> </a:t>
            </a:r>
            <a:r>
              <a:rPr lang="en-ID" sz="2800" dirty="0" err="1"/>
              <a:t>dalam</a:t>
            </a:r>
            <a:r>
              <a:rPr lang="en-ID" sz="2800" dirty="0"/>
              <a:t> </a:t>
            </a:r>
            <a:r>
              <a:rPr lang="en-ID" sz="2800" dirty="0" err="1"/>
              <a:t>keadaan</a:t>
            </a:r>
            <a:r>
              <a:rPr lang="en-ID" sz="2800" dirty="0"/>
              <a:t> </a:t>
            </a:r>
            <a:r>
              <a:rPr lang="en-ID" sz="2800" dirty="0" err="1"/>
              <a:t>diam</a:t>
            </a:r>
            <a:r>
              <a:rPr lang="en-ID" sz="2800" dirty="0"/>
              <a:t> </a:t>
            </a:r>
            <a:r>
              <a:rPr lang="en-ID" sz="2800" dirty="0" err="1"/>
              <a:t>ataupun</a:t>
            </a:r>
            <a:r>
              <a:rPr lang="en-ID" sz="2800" dirty="0"/>
              <a:t> </a:t>
            </a:r>
            <a:r>
              <a:rPr lang="en-ID" sz="2800" dirty="0" err="1"/>
              <a:t>bergerak</a:t>
            </a:r>
            <a:r>
              <a:rPr lang="en-ID" sz="2800" dirty="0"/>
              <a:t> </a:t>
            </a:r>
            <a:r>
              <a:rPr lang="en-ID" sz="2800" dirty="0" err="1"/>
              <a:t>karena</a:t>
            </a:r>
            <a:r>
              <a:rPr lang="en-ID" sz="2800" dirty="0"/>
              <a:t> </a:t>
            </a:r>
            <a:r>
              <a:rPr lang="en-ID" sz="2800" dirty="0" err="1"/>
              <a:t>hasil</a:t>
            </a:r>
            <a:r>
              <a:rPr lang="en-ID" sz="2800" dirty="0"/>
              <a:t> </a:t>
            </a:r>
            <a:r>
              <a:rPr lang="en-ID" sz="2800" dirty="0" err="1"/>
              <a:t>proyeksi</a:t>
            </a:r>
            <a:r>
              <a:rPr lang="en-ID" sz="2800" dirty="0"/>
              <a:t> pada </a:t>
            </a:r>
            <a:r>
              <a:rPr lang="en-ID" sz="2800" dirty="0" err="1"/>
              <a:t>sistem</a:t>
            </a:r>
            <a:r>
              <a:rPr lang="en-ID" sz="2800" dirty="0"/>
              <a:t> </a:t>
            </a:r>
            <a:r>
              <a:rPr lang="en-ID" sz="2800" dirty="0" err="1"/>
              <a:t>lensa</a:t>
            </a:r>
            <a:r>
              <a:rPr lang="en-ID" sz="2800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BAE219-046F-4A69-B85A-B92C0590E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043" y="2057401"/>
            <a:ext cx="5391841" cy="358802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69337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99FDD-8BE6-4642-A65A-36464A620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>
            <a:normAutofit/>
          </a:bodyPr>
          <a:lstStyle/>
          <a:p>
            <a:pPr algn="l"/>
            <a:r>
              <a:rPr lang="en-ID" sz="6000" b="1" dirty="0" err="1"/>
              <a:t>Fungsi</a:t>
            </a:r>
            <a:r>
              <a:rPr lang="en-ID" sz="6000" b="1" dirty="0"/>
              <a:t> </a:t>
            </a:r>
            <a:r>
              <a:rPr lang="en-ID" sz="6000" b="1" dirty="0" err="1"/>
              <a:t>kamera</a:t>
            </a:r>
            <a:endParaRPr lang="en-ID" sz="6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3037F-C465-490C-BE8C-8810787DFF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5131904" cy="4024125"/>
          </a:xfrm>
        </p:spPr>
        <p:txBody>
          <a:bodyPr>
            <a:noAutofit/>
          </a:bodyPr>
          <a:lstStyle/>
          <a:p>
            <a:r>
              <a:rPr lang="en-ID" sz="2800" dirty="0" err="1"/>
              <a:t>Fungsi</a:t>
            </a:r>
            <a:r>
              <a:rPr lang="en-ID" sz="2800" dirty="0"/>
              <a:t> </a:t>
            </a:r>
            <a:r>
              <a:rPr lang="en-ID" sz="2800" dirty="0" err="1"/>
              <a:t>dari</a:t>
            </a:r>
            <a:r>
              <a:rPr lang="en-ID" sz="2800" dirty="0"/>
              <a:t> </a:t>
            </a:r>
            <a:r>
              <a:rPr lang="en-ID" sz="2800" dirty="0" err="1"/>
              <a:t>kamera</a:t>
            </a:r>
            <a:r>
              <a:rPr lang="en-ID" sz="2800" dirty="0"/>
              <a:t> </a:t>
            </a:r>
            <a:r>
              <a:rPr lang="en-ID" sz="2800" dirty="0" err="1"/>
              <a:t>adalah</a:t>
            </a:r>
            <a:r>
              <a:rPr lang="en-ID" sz="2800" dirty="0"/>
              <a:t> </a:t>
            </a:r>
            <a:r>
              <a:rPr lang="en-ID" sz="2800" dirty="0" err="1"/>
              <a:t>dapat</a:t>
            </a:r>
            <a:r>
              <a:rPr lang="en-ID" sz="2800" dirty="0"/>
              <a:t> </a:t>
            </a:r>
            <a:r>
              <a:rPr lang="en-ID" sz="2800" dirty="0" err="1"/>
              <a:t>mengabadikan</a:t>
            </a:r>
            <a:r>
              <a:rPr lang="en-ID" sz="2800" dirty="0"/>
              <a:t> </a:t>
            </a:r>
            <a:r>
              <a:rPr lang="en-ID" sz="2800" dirty="0" err="1"/>
              <a:t>berbagai</a:t>
            </a:r>
            <a:r>
              <a:rPr lang="en-ID" sz="2800" dirty="0"/>
              <a:t> </a:t>
            </a:r>
            <a:r>
              <a:rPr lang="en-ID" sz="2800" dirty="0" err="1"/>
              <a:t>momen</a:t>
            </a:r>
            <a:r>
              <a:rPr lang="en-ID" sz="2800" dirty="0"/>
              <a:t> dan </a:t>
            </a:r>
            <a:r>
              <a:rPr lang="en-ID" sz="2800" dirty="0" err="1"/>
              <a:t>kegiatan</a:t>
            </a:r>
            <a:r>
              <a:rPr lang="en-ID" sz="2800" dirty="0"/>
              <a:t> </a:t>
            </a:r>
            <a:r>
              <a:rPr lang="en-ID" sz="2800" dirty="0" err="1"/>
              <a:t>apa</a:t>
            </a:r>
            <a:r>
              <a:rPr lang="en-ID" sz="2800" dirty="0"/>
              <a:t> </a:t>
            </a:r>
            <a:r>
              <a:rPr lang="en-ID" sz="2800" dirty="0" err="1"/>
              <a:t>saja</a:t>
            </a:r>
            <a:r>
              <a:rPr lang="en-ID" sz="2800" dirty="0"/>
              <a:t> </a:t>
            </a:r>
            <a:r>
              <a:rPr lang="en-ID" sz="2800" dirty="0" err="1"/>
              <a:t>dengan</a:t>
            </a:r>
            <a:r>
              <a:rPr lang="en-ID" sz="2800" dirty="0"/>
              <a:t> </a:t>
            </a:r>
            <a:r>
              <a:rPr lang="en-ID" sz="2800" dirty="0" err="1"/>
              <a:t>cara</a:t>
            </a:r>
            <a:r>
              <a:rPr lang="en-ID" sz="2800" dirty="0"/>
              <a:t> </a:t>
            </a:r>
            <a:r>
              <a:rPr lang="en-ID" sz="2800" dirty="0" err="1"/>
              <a:t>merekam</a:t>
            </a:r>
            <a:r>
              <a:rPr lang="en-ID" sz="2800" dirty="0"/>
              <a:t> </a:t>
            </a:r>
            <a:r>
              <a:rPr lang="en-ID" sz="2800" dirty="0" err="1"/>
              <a:t>hingga</a:t>
            </a:r>
            <a:r>
              <a:rPr lang="en-ID" sz="2800" dirty="0"/>
              <a:t> </a:t>
            </a:r>
            <a:r>
              <a:rPr lang="en-ID" sz="2800" dirty="0" err="1"/>
              <a:t>menjadi</a:t>
            </a:r>
            <a:r>
              <a:rPr lang="en-ID" sz="2800" dirty="0"/>
              <a:t> </a:t>
            </a:r>
            <a:r>
              <a:rPr lang="en-ID" sz="2800" dirty="0" err="1"/>
              <a:t>sebuah</a:t>
            </a:r>
            <a:r>
              <a:rPr lang="en-ID" sz="2800" dirty="0"/>
              <a:t> film </a:t>
            </a:r>
            <a:r>
              <a:rPr lang="en-ID" sz="2800" dirty="0" err="1"/>
              <a:t>atau</a:t>
            </a:r>
            <a:r>
              <a:rPr lang="en-ID" sz="2800" dirty="0"/>
              <a:t> video </a:t>
            </a:r>
            <a:r>
              <a:rPr lang="en-ID" sz="2800" dirty="0" err="1"/>
              <a:t>maupun</a:t>
            </a:r>
            <a:r>
              <a:rPr lang="en-ID" sz="2800" dirty="0"/>
              <a:t> </a:t>
            </a:r>
            <a:r>
              <a:rPr lang="en-ID" sz="2800" dirty="0" err="1"/>
              <a:t>membidiknya</a:t>
            </a:r>
            <a:r>
              <a:rPr lang="en-ID" sz="2800" dirty="0"/>
              <a:t> </a:t>
            </a:r>
            <a:r>
              <a:rPr lang="en-ID" sz="2800" dirty="0" err="1"/>
              <a:t>hingga</a:t>
            </a:r>
            <a:r>
              <a:rPr lang="en-ID" sz="2800" dirty="0"/>
              <a:t> </a:t>
            </a:r>
            <a:r>
              <a:rPr lang="en-ID" sz="2800" dirty="0" err="1"/>
              <a:t>menjadi</a:t>
            </a:r>
            <a:r>
              <a:rPr lang="en-ID" sz="2800" dirty="0"/>
              <a:t> </a:t>
            </a:r>
            <a:r>
              <a:rPr lang="en-ID" sz="2800" dirty="0" err="1"/>
              <a:t>sebuah</a:t>
            </a:r>
            <a:r>
              <a:rPr lang="en-ID" sz="2800" dirty="0"/>
              <a:t> </a:t>
            </a:r>
            <a:r>
              <a:rPr lang="en-ID" sz="2800" dirty="0" err="1"/>
              <a:t>gambar</a:t>
            </a:r>
            <a:r>
              <a:rPr lang="en-ID" sz="2800" dirty="0"/>
              <a:t> </a:t>
            </a:r>
            <a:r>
              <a:rPr lang="en-ID" sz="2800" dirty="0" err="1"/>
              <a:t>atau</a:t>
            </a:r>
            <a:r>
              <a:rPr lang="en-ID" sz="2800" dirty="0"/>
              <a:t> </a:t>
            </a:r>
            <a:r>
              <a:rPr lang="en-ID" sz="2800" dirty="0" err="1"/>
              <a:t>foto</a:t>
            </a:r>
            <a:r>
              <a:rPr lang="en-ID" sz="2800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09C3C0-B5BF-4FD3-98CE-5ABBEA5EB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4299" y="1802296"/>
            <a:ext cx="5035824" cy="4180523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1644571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5774E-97A4-4BB6-ABF1-C19777F9C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>
            <a:normAutofit/>
          </a:bodyPr>
          <a:lstStyle/>
          <a:p>
            <a:pPr algn="l"/>
            <a:r>
              <a:rPr lang="en-ID" sz="6000" b="1" dirty="0" err="1"/>
              <a:t>Jenis-jenis</a:t>
            </a:r>
            <a:r>
              <a:rPr lang="en-ID" sz="6000" b="1" dirty="0"/>
              <a:t> </a:t>
            </a:r>
            <a:r>
              <a:rPr lang="en-ID" sz="6000" b="1" dirty="0" err="1"/>
              <a:t>kamera</a:t>
            </a:r>
            <a:endParaRPr lang="en-ID" sz="6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FE3D2-090F-43FA-9B19-AF768052D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279" y="5535380"/>
            <a:ext cx="2759765" cy="9594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D" sz="2000" b="1" dirty="0" err="1"/>
              <a:t>Kamera</a:t>
            </a:r>
            <a:r>
              <a:rPr lang="en-ID" sz="2000" b="1" dirty="0"/>
              <a:t> SLR </a:t>
            </a:r>
            <a:r>
              <a:rPr lang="en-ID" sz="2000" dirty="0"/>
              <a:t>(Single-lens Reflect Camera)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F963AE-1417-4348-BB2D-B1F88110AF68}"/>
              </a:ext>
            </a:extLst>
          </p:cNvPr>
          <p:cNvSpPr txBox="1"/>
          <p:nvPr/>
        </p:nvSpPr>
        <p:spPr>
          <a:xfrm>
            <a:off x="3313044" y="2057401"/>
            <a:ext cx="26901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000" b="1" dirty="0" err="1"/>
              <a:t>Kamera</a:t>
            </a:r>
            <a:r>
              <a:rPr lang="en-ID" sz="2000" b="1" dirty="0"/>
              <a:t> DSLR </a:t>
            </a:r>
            <a:r>
              <a:rPr lang="en-ID" sz="2000" dirty="0"/>
              <a:t>(Digital Single-lens Reflect Camera)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B039BD-B842-430A-B8CE-3AE88432D491}"/>
              </a:ext>
            </a:extLst>
          </p:cNvPr>
          <p:cNvSpPr txBox="1"/>
          <p:nvPr/>
        </p:nvSpPr>
        <p:spPr>
          <a:xfrm>
            <a:off x="6003235" y="5535380"/>
            <a:ext cx="26901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000" b="1" dirty="0" err="1"/>
              <a:t>Kamera</a:t>
            </a:r>
            <a:r>
              <a:rPr lang="en-ID" sz="2000" b="1" dirty="0"/>
              <a:t> Mirrorless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3B0DD5-4057-4501-AC45-AD0CED928618}"/>
              </a:ext>
            </a:extLst>
          </p:cNvPr>
          <p:cNvSpPr txBox="1"/>
          <p:nvPr/>
        </p:nvSpPr>
        <p:spPr>
          <a:xfrm>
            <a:off x="8693426" y="2052647"/>
            <a:ext cx="23456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000" b="1" dirty="0"/>
              <a:t>Kamera Saku </a:t>
            </a:r>
            <a:r>
              <a:rPr lang="sv-SE" sz="2000" dirty="0"/>
              <a:t>(Digital Pocket Camera)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813E94-6F4D-4C66-A3E3-3387D18CA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3426" y="3260638"/>
            <a:ext cx="2345635" cy="1973971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BE449F8-3272-4D8B-9E24-C3F8CB0DE4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2993" y="3176060"/>
            <a:ext cx="2345635" cy="2143125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008A816-2FCC-4E6B-93DD-7FD82BD590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2024" y="3350429"/>
            <a:ext cx="2345635" cy="2345635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B3A415E-FC1C-4BDA-816A-18B5877C8B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543" y="3332111"/>
            <a:ext cx="2447925" cy="2035085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3438407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6BD53-1102-4CCC-9EA3-8B35C2837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>
            <a:normAutofit/>
          </a:bodyPr>
          <a:lstStyle/>
          <a:p>
            <a:pPr algn="l"/>
            <a:r>
              <a:rPr lang="en-ID" sz="6000" b="1" dirty="0" err="1"/>
              <a:t>Jenis-jenis</a:t>
            </a:r>
            <a:r>
              <a:rPr lang="en-ID" sz="6000" b="1" dirty="0"/>
              <a:t> </a:t>
            </a:r>
            <a:r>
              <a:rPr lang="en-ID" sz="6000" b="1" dirty="0" err="1"/>
              <a:t>kamera</a:t>
            </a:r>
            <a:endParaRPr lang="en-ID" sz="6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84813-5DDD-4D28-B7E9-DFBAEB19D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251" y="2057401"/>
            <a:ext cx="2454965" cy="4558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D" sz="2400" b="1" dirty="0" err="1"/>
              <a:t>Kamera</a:t>
            </a:r>
            <a:r>
              <a:rPr lang="en-ID" sz="2400" b="1" dirty="0"/>
              <a:t> Instant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B66160-18F8-4AFA-AA24-047D9648976A}"/>
              </a:ext>
            </a:extLst>
          </p:cNvPr>
          <p:cNvSpPr txBox="1"/>
          <p:nvPr/>
        </p:nvSpPr>
        <p:spPr>
          <a:xfrm>
            <a:off x="3067476" y="5640677"/>
            <a:ext cx="25311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b="1" dirty="0"/>
              <a:t>Prosumer Camera/Bridge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EAF3BE-EADC-461E-AB42-6762DED28F90}"/>
              </a:ext>
            </a:extLst>
          </p:cNvPr>
          <p:cNvSpPr txBox="1"/>
          <p:nvPr/>
        </p:nvSpPr>
        <p:spPr>
          <a:xfrm>
            <a:off x="5950225" y="2104413"/>
            <a:ext cx="24549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b="1"/>
              <a:t>Action Camera</a:t>
            </a:r>
            <a:endParaRPr lang="en-ID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C87756-D784-4AEE-8497-90DB796DF5DE}"/>
              </a:ext>
            </a:extLst>
          </p:cNvPr>
          <p:cNvSpPr txBox="1"/>
          <p:nvPr/>
        </p:nvSpPr>
        <p:spPr>
          <a:xfrm>
            <a:off x="8590720" y="5678127"/>
            <a:ext cx="25311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b="1" dirty="0" err="1"/>
              <a:t>Kamera</a:t>
            </a:r>
            <a:r>
              <a:rPr lang="en-ID" sz="2400" b="1" dirty="0"/>
              <a:t> Medium Format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4E1BE1-4A7F-4C2D-9E48-FC8072CF9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841" y="2557463"/>
            <a:ext cx="2401113" cy="2041042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2DB93B5-A026-40FE-900C-4B0DAD3C1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914" y="3218829"/>
            <a:ext cx="2143125" cy="2143125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AE511F0-008F-4A01-B500-2ED93D3A94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944626"/>
            <a:ext cx="2143125" cy="2143125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B3C0229-6683-4889-8B56-1437134898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2212" y="3429000"/>
            <a:ext cx="2683988" cy="194517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1504449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3A649-040C-45BF-BF3F-4F586EFBD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>
            <a:normAutofit/>
          </a:bodyPr>
          <a:lstStyle/>
          <a:p>
            <a:pPr algn="l"/>
            <a:r>
              <a:rPr lang="en-ID" sz="6000" b="1" dirty="0" err="1"/>
              <a:t>Jenis-jenis</a:t>
            </a:r>
            <a:r>
              <a:rPr lang="en-ID" sz="6000" b="1" dirty="0"/>
              <a:t> </a:t>
            </a:r>
            <a:r>
              <a:rPr lang="en-ID" sz="6000" b="1" dirty="0" err="1"/>
              <a:t>kamera</a:t>
            </a:r>
            <a:endParaRPr lang="en-ID" sz="6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063C8-D8A7-449E-AFBC-D67C7B1BA0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8252" y="2203174"/>
            <a:ext cx="2534478" cy="4558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D" sz="2400" b="1" dirty="0" err="1"/>
              <a:t>Kamera</a:t>
            </a:r>
            <a:r>
              <a:rPr lang="en-ID" sz="2400" b="1" dirty="0"/>
              <a:t> </a:t>
            </a:r>
            <a:r>
              <a:rPr lang="en-ID" sz="2400" b="1" dirty="0" err="1"/>
              <a:t>Butik</a:t>
            </a:r>
            <a:endParaRPr lang="en-ID" sz="2400" b="1" dirty="0"/>
          </a:p>
          <a:p>
            <a:endParaRPr lang="en-ID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DCB88D-CE39-42A8-89E8-9A54BEDB0A64}"/>
              </a:ext>
            </a:extLst>
          </p:cNvPr>
          <p:cNvSpPr txBox="1"/>
          <p:nvPr/>
        </p:nvSpPr>
        <p:spPr>
          <a:xfrm>
            <a:off x="7938052" y="5631962"/>
            <a:ext cx="21468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b="1" dirty="0" err="1"/>
              <a:t>Kamera</a:t>
            </a:r>
            <a:r>
              <a:rPr lang="en-ID" sz="2400" b="1" dirty="0"/>
              <a:t> 360°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CF1F36-0DE5-478F-A124-96BBB8A48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181" y="3149377"/>
            <a:ext cx="4173252" cy="2337021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F2E6F9-5086-487D-85C7-74C5A2F1D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2413" y="2225063"/>
            <a:ext cx="3261335" cy="3261335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3180359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73B20-E4E6-4BB3-A630-0CABE6531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>
            <a:normAutofit fontScale="90000"/>
          </a:bodyPr>
          <a:lstStyle/>
          <a:p>
            <a:pPr algn="l"/>
            <a:br>
              <a:rPr lang="en-ID" sz="3600" dirty="0"/>
            </a:br>
            <a:r>
              <a:rPr lang="en-ID" sz="4400" b="1" dirty="0" err="1"/>
              <a:t>Kamera</a:t>
            </a:r>
            <a:r>
              <a:rPr lang="en-ID" sz="4400" b="1" dirty="0"/>
              <a:t> SLR (Single-lens Reflect Camera)</a:t>
            </a:r>
            <a:br>
              <a:rPr lang="en-ID" sz="4400" b="1" dirty="0"/>
            </a:br>
            <a:endParaRPr lang="en-ID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46527-5D28-466F-89BE-0D589121B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4760843" cy="40241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D" sz="2400" dirty="0" err="1"/>
              <a:t>Kamera</a:t>
            </a:r>
            <a:r>
              <a:rPr lang="en-ID" sz="2400" dirty="0"/>
              <a:t> </a:t>
            </a:r>
            <a:r>
              <a:rPr lang="en-ID" sz="2400" dirty="0" err="1"/>
              <a:t>refleks</a:t>
            </a:r>
            <a:r>
              <a:rPr lang="en-ID" sz="2400" dirty="0"/>
              <a:t> </a:t>
            </a:r>
            <a:r>
              <a:rPr lang="en-ID" sz="2400" dirty="0" err="1"/>
              <a:t>lensa</a:t>
            </a:r>
            <a:r>
              <a:rPr lang="en-ID" sz="2400" dirty="0"/>
              <a:t> </a:t>
            </a:r>
            <a:r>
              <a:rPr lang="en-ID" sz="2400" dirty="0" err="1"/>
              <a:t>tunggal</a:t>
            </a:r>
            <a:r>
              <a:rPr lang="en-ID" sz="2400" dirty="0"/>
              <a:t> (SLR) </a:t>
            </a:r>
            <a:r>
              <a:rPr lang="en-ID" sz="2400" dirty="0" err="1"/>
              <a:t>adalah</a:t>
            </a:r>
            <a:r>
              <a:rPr lang="en-ID" sz="2400" dirty="0"/>
              <a:t> </a:t>
            </a:r>
            <a:r>
              <a:rPr lang="en-ID" sz="2400" dirty="0" err="1"/>
              <a:t>kamera</a:t>
            </a:r>
            <a:r>
              <a:rPr lang="en-ID" sz="2400" dirty="0"/>
              <a:t> yang </a:t>
            </a:r>
            <a:r>
              <a:rPr lang="en-ID" sz="2400" dirty="0" err="1"/>
              <a:t>biasanya</a:t>
            </a:r>
            <a:r>
              <a:rPr lang="en-ID" sz="2400" dirty="0"/>
              <a:t> </a:t>
            </a:r>
            <a:r>
              <a:rPr lang="en-ID" sz="2400" dirty="0" err="1"/>
              <a:t>menggunakan</a:t>
            </a:r>
            <a:r>
              <a:rPr lang="en-ID" sz="2400" dirty="0"/>
              <a:t> </a:t>
            </a:r>
            <a:r>
              <a:rPr lang="en-ID" sz="2400" dirty="0" err="1"/>
              <a:t>sistem</a:t>
            </a:r>
            <a:r>
              <a:rPr lang="en-ID" sz="2400" dirty="0"/>
              <a:t> </a:t>
            </a:r>
            <a:r>
              <a:rPr lang="en-ID" sz="2400" dirty="0" err="1"/>
              <a:t>cermin</a:t>
            </a:r>
            <a:r>
              <a:rPr lang="en-ID" sz="2400" dirty="0"/>
              <a:t> dan </a:t>
            </a:r>
            <a:r>
              <a:rPr lang="en-ID" sz="2400" dirty="0" err="1"/>
              <a:t>prisma</a:t>
            </a:r>
            <a:r>
              <a:rPr lang="en-ID" sz="2400" dirty="0"/>
              <a:t> (yang </a:t>
            </a:r>
            <a:r>
              <a:rPr lang="en-ID" sz="2400" dirty="0" err="1"/>
              <a:t>berarti</a:t>
            </a:r>
            <a:r>
              <a:rPr lang="en-ID" sz="2400" dirty="0"/>
              <a:t> "</a:t>
            </a:r>
            <a:r>
              <a:rPr lang="en-ID" sz="2400" dirty="0" err="1"/>
              <a:t>refleks</a:t>
            </a:r>
            <a:r>
              <a:rPr lang="en-ID" sz="2400" dirty="0"/>
              <a:t>" </a:t>
            </a:r>
            <a:r>
              <a:rPr lang="en-ID" sz="2400" dirty="0" err="1"/>
              <a:t>dari</a:t>
            </a:r>
            <a:r>
              <a:rPr lang="en-ID" sz="2400" dirty="0"/>
              <a:t> </a:t>
            </a:r>
            <a:r>
              <a:rPr lang="en-ID" sz="2400" dirty="0" err="1"/>
              <a:t>pantulan</a:t>
            </a:r>
            <a:r>
              <a:rPr lang="en-ID" sz="2400" dirty="0"/>
              <a:t> </a:t>
            </a:r>
            <a:r>
              <a:rPr lang="en-ID" sz="2400" dirty="0" err="1"/>
              <a:t>cermin</a:t>
            </a:r>
            <a:r>
              <a:rPr lang="en-ID" sz="2400" dirty="0"/>
              <a:t>) yang </a:t>
            </a:r>
            <a:r>
              <a:rPr lang="en-ID" sz="2400" dirty="0" err="1"/>
              <a:t>memungkinkan</a:t>
            </a:r>
            <a:r>
              <a:rPr lang="en-ID" sz="2400" dirty="0"/>
              <a:t> </a:t>
            </a:r>
            <a:r>
              <a:rPr lang="en-ID" sz="2400" dirty="0" err="1"/>
              <a:t>fotografer</a:t>
            </a:r>
            <a:r>
              <a:rPr lang="en-ID" sz="2400" dirty="0"/>
              <a:t> </a:t>
            </a:r>
            <a:r>
              <a:rPr lang="en-ID" sz="2400" dirty="0" err="1"/>
              <a:t>melihat</a:t>
            </a:r>
            <a:r>
              <a:rPr lang="en-ID" sz="2400" dirty="0"/>
              <a:t> </a:t>
            </a:r>
            <a:r>
              <a:rPr lang="en-ID" sz="2400" dirty="0" err="1"/>
              <a:t>melalui</a:t>
            </a:r>
            <a:r>
              <a:rPr lang="en-ID" sz="2400" dirty="0"/>
              <a:t> </a:t>
            </a:r>
            <a:r>
              <a:rPr lang="en-ID" sz="2400" dirty="0" err="1"/>
              <a:t>lensa</a:t>
            </a:r>
            <a:r>
              <a:rPr lang="en-ID" sz="2400" dirty="0"/>
              <a:t> dan </a:t>
            </a:r>
            <a:r>
              <a:rPr lang="en-ID" sz="2400" dirty="0" err="1"/>
              <a:t>melihat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tepat</a:t>
            </a:r>
            <a:r>
              <a:rPr lang="en-ID" sz="2400" dirty="0"/>
              <a:t> </a:t>
            </a:r>
            <a:r>
              <a:rPr lang="en-ID" sz="2400" dirty="0" err="1"/>
              <a:t>apa</a:t>
            </a:r>
            <a:r>
              <a:rPr lang="en-ID" sz="2400" dirty="0"/>
              <a:t> yang </a:t>
            </a:r>
            <a:r>
              <a:rPr lang="en-ID" sz="2400" dirty="0" err="1"/>
              <a:t>akan</a:t>
            </a:r>
            <a:r>
              <a:rPr lang="en-ID" sz="2400" dirty="0"/>
              <a:t> </a:t>
            </a:r>
            <a:r>
              <a:rPr lang="en-ID" sz="2400" dirty="0" err="1"/>
              <a:t>ditangkap</a:t>
            </a:r>
            <a:r>
              <a:rPr lang="en-ID" sz="2400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8B8529-5CE9-4C11-B58E-B0F9F0F7F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1" y="1882016"/>
            <a:ext cx="4465982" cy="4048125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1573553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66CF7-753A-41DD-B183-92ACE5E84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>
            <a:noAutofit/>
          </a:bodyPr>
          <a:lstStyle/>
          <a:p>
            <a:pPr algn="l"/>
            <a:r>
              <a:rPr lang="en-ID" sz="4400" b="1" dirty="0" err="1"/>
              <a:t>Kelebihan</a:t>
            </a:r>
            <a:r>
              <a:rPr lang="en-ID" sz="4400" b="1" dirty="0"/>
              <a:t> dan </a:t>
            </a:r>
            <a:r>
              <a:rPr lang="en-ID" sz="4400" b="1" dirty="0" err="1"/>
              <a:t>kekurangan</a:t>
            </a:r>
            <a:r>
              <a:rPr lang="en-ID" sz="4400" b="1" dirty="0"/>
              <a:t> </a:t>
            </a:r>
            <a:r>
              <a:rPr lang="en-ID" sz="4400" b="1" dirty="0" err="1"/>
              <a:t>kamera</a:t>
            </a:r>
            <a:r>
              <a:rPr lang="en-ID" sz="4400" b="1" dirty="0"/>
              <a:t> SLR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5D65A-98A2-43AA-A53A-9835E621F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4880113" cy="4024125"/>
          </a:xfrm>
        </p:spPr>
        <p:txBody>
          <a:bodyPr/>
          <a:lstStyle/>
          <a:p>
            <a:r>
              <a:rPr lang="en-ID" dirty="0" err="1"/>
              <a:t>Keuntungan</a:t>
            </a:r>
            <a:r>
              <a:rPr lang="en-ID" dirty="0"/>
              <a:t>: </a:t>
            </a:r>
            <a:r>
              <a:rPr lang="en-ID" dirty="0" err="1"/>
              <a:t>Lensa</a:t>
            </a:r>
            <a:r>
              <a:rPr lang="en-ID" dirty="0"/>
              <a:t> yang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diganti</a:t>
            </a:r>
            <a:r>
              <a:rPr lang="en-ID" dirty="0"/>
              <a:t>, </a:t>
            </a:r>
            <a:r>
              <a:rPr lang="en-ID" dirty="0" err="1"/>
              <a:t>kualitas</a:t>
            </a:r>
            <a:r>
              <a:rPr lang="en-ID" dirty="0"/>
              <a:t> digital, </a:t>
            </a:r>
            <a:r>
              <a:rPr lang="en-ID" dirty="0" err="1"/>
              <a:t>penyesuaian</a:t>
            </a:r>
            <a:r>
              <a:rPr lang="en-ID" dirty="0"/>
              <a:t>, </a:t>
            </a:r>
            <a:r>
              <a:rPr lang="en-ID" dirty="0" err="1"/>
              <a:t>kemampuan</a:t>
            </a:r>
            <a:r>
              <a:rPr lang="en-ID" dirty="0"/>
              <a:t> RAW yang </a:t>
            </a:r>
            <a:r>
              <a:rPr lang="en-ID" dirty="0" err="1"/>
              <a:t>unggul</a:t>
            </a:r>
            <a:r>
              <a:rPr lang="en-ID" dirty="0"/>
              <a:t>, </a:t>
            </a:r>
            <a:r>
              <a:rPr lang="en-ID" dirty="0" err="1"/>
              <a:t>kecepatan</a:t>
            </a:r>
            <a:r>
              <a:rPr lang="en-ID" dirty="0"/>
              <a:t> buffer, </a:t>
            </a:r>
            <a:r>
              <a:rPr lang="en-ID" dirty="0" err="1"/>
              <a:t>aksesori</a:t>
            </a:r>
            <a:r>
              <a:rPr lang="en-ID" dirty="0"/>
              <a:t> </a:t>
            </a:r>
            <a:r>
              <a:rPr lang="en-ID" dirty="0" err="1"/>
              <a:t>pencahayaan</a:t>
            </a:r>
            <a:r>
              <a:rPr lang="en-ID" dirty="0"/>
              <a:t> . </a:t>
            </a:r>
          </a:p>
          <a:p>
            <a:r>
              <a:rPr lang="en-ID" dirty="0" err="1"/>
              <a:t>Kekurangan</a:t>
            </a:r>
            <a:r>
              <a:rPr lang="en-ID" dirty="0"/>
              <a:t>: </a:t>
            </a:r>
            <a:r>
              <a:rPr lang="en-ID" dirty="0" err="1"/>
              <a:t>Berat</a:t>
            </a:r>
            <a:r>
              <a:rPr lang="en-ID" dirty="0"/>
              <a:t>, </a:t>
            </a:r>
            <a:r>
              <a:rPr lang="en-ID" dirty="0" err="1"/>
              <a:t>biaya</a:t>
            </a:r>
            <a:r>
              <a:rPr lang="en-ID" dirty="0"/>
              <a:t>, </a:t>
            </a:r>
            <a:r>
              <a:rPr lang="en-ID" dirty="0" err="1"/>
              <a:t>terlalu</a:t>
            </a:r>
            <a:r>
              <a:rPr lang="en-ID" dirty="0"/>
              <a:t> </a:t>
            </a:r>
            <a:r>
              <a:rPr lang="en-ID" dirty="0" err="1"/>
              <a:t>banyak</a:t>
            </a:r>
            <a:r>
              <a:rPr lang="en-ID" dirty="0"/>
              <a:t> </a:t>
            </a:r>
            <a:r>
              <a:rPr lang="en-ID" dirty="0" err="1"/>
              <a:t>barang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dibawa</a:t>
            </a:r>
            <a:r>
              <a:rPr lang="en-ID" dirty="0"/>
              <a:t>, </a:t>
            </a:r>
            <a:r>
              <a:rPr lang="en-ID" dirty="0" err="1"/>
              <a:t>terlalu</a:t>
            </a:r>
            <a:r>
              <a:rPr lang="en-ID" dirty="0"/>
              <a:t> </a:t>
            </a:r>
            <a:r>
              <a:rPr lang="en-ID" dirty="0" err="1"/>
              <a:t>canggih</a:t>
            </a:r>
            <a:r>
              <a:rPr lang="en-ID" dirty="0"/>
              <a:t> </a:t>
            </a:r>
            <a:r>
              <a:rPr lang="en-ID" dirty="0" err="1"/>
              <a:t>bagi</a:t>
            </a:r>
            <a:r>
              <a:rPr lang="en-ID" dirty="0"/>
              <a:t> </a:t>
            </a:r>
            <a:r>
              <a:rPr lang="en-ID" dirty="0" err="1"/>
              <a:t>sebagian</a:t>
            </a:r>
            <a:r>
              <a:rPr lang="en-ID" dirty="0"/>
              <a:t> orang, </a:t>
            </a:r>
            <a:r>
              <a:rPr lang="en-ID" dirty="0" err="1"/>
              <a:t>kurva</a:t>
            </a:r>
            <a:r>
              <a:rPr lang="en-ID" dirty="0"/>
              <a:t> </a:t>
            </a:r>
            <a:r>
              <a:rPr lang="en-ID" dirty="0" err="1"/>
              <a:t>pembelajaran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fitur-fitur</a:t>
            </a:r>
            <a:r>
              <a:rPr lang="en-ID" dirty="0"/>
              <a:t> </a:t>
            </a:r>
            <a:r>
              <a:rPr lang="en-ID" dirty="0" err="1"/>
              <a:t>kelas</a:t>
            </a:r>
            <a:r>
              <a:rPr lang="en-ID" dirty="0"/>
              <a:t> </a:t>
            </a:r>
            <a:r>
              <a:rPr lang="en-ID" dirty="0" err="1"/>
              <a:t>atas</a:t>
            </a:r>
            <a:r>
              <a:rPr lang="en-ID" dirty="0"/>
              <a:t>, </a:t>
            </a:r>
            <a:r>
              <a:rPr lang="en-ID" dirty="0" err="1"/>
              <a:t>ukuran</a:t>
            </a:r>
            <a:r>
              <a:rPr lang="en-ID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A3BBF1-C27A-44D2-9F80-83279318A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5098" y="1788515"/>
            <a:ext cx="4760223" cy="2846252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10853550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4A2FF-3871-477C-9D5A-37DAEFD36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901532"/>
            <a:ext cx="10820400" cy="1293028"/>
          </a:xfrm>
        </p:spPr>
        <p:txBody>
          <a:bodyPr>
            <a:noAutofit/>
          </a:bodyPr>
          <a:lstStyle/>
          <a:p>
            <a:pPr algn="l"/>
            <a:r>
              <a:rPr lang="en-ID" sz="4400" b="1" dirty="0" err="1"/>
              <a:t>Kamera</a:t>
            </a:r>
            <a:r>
              <a:rPr lang="en-ID" sz="4400" b="1" dirty="0"/>
              <a:t> DSLR (Digital Single-lens Reflect Camera)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AB9F7-2031-4D86-AF15-8358A4370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4694583" cy="40241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D" sz="2800" dirty="0" err="1"/>
              <a:t>Kamera</a:t>
            </a:r>
            <a:r>
              <a:rPr lang="en-ID" sz="2800" dirty="0"/>
              <a:t> DSLR (Digital Single-Lens Reflex) </a:t>
            </a:r>
            <a:r>
              <a:rPr lang="en-ID" sz="2800" dirty="0" err="1"/>
              <a:t>adalah</a:t>
            </a:r>
            <a:r>
              <a:rPr lang="en-ID" sz="2800" dirty="0"/>
              <a:t> </a:t>
            </a:r>
            <a:r>
              <a:rPr lang="en-ID" sz="2800" dirty="0" err="1"/>
              <a:t>kamera</a:t>
            </a:r>
            <a:r>
              <a:rPr lang="en-ID" sz="2800" dirty="0"/>
              <a:t> digital yang </a:t>
            </a:r>
            <a:r>
              <a:rPr lang="en-ID" sz="2800" dirty="0" err="1"/>
              <a:t>memungkinkan</a:t>
            </a:r>
            <a:r>
              <a:rPr lang="en-ID" sz="2800" dirty="0"/>
              <a:t> </a:t>
            </a:r>
            <a:r>
              <a:rPr lang="en-ID" sz="2800" dirty="0" err="1"/>
              <a:t>pengguna</a:t>
            </a:r>
            <a:r>
              <a:rPr lang="en-ID" sz="2800" dirty="0"/>
              <a:t> </a:t>
            </a:r>
            <a:r>
              <a:rPr lang="en-ID" sz="2800" dirty="0" err="1"/>
              <a:t>melihat</a:t>
            </a:r>
            <a:r>
              <a:rPr lang="en-ID" sz="2800" dirty="0"/>
              <a:t> </a:t>
            </a:r>
            <a:r>
              <a:rPr lang="en-ID" sz="2800" dirty="0" err="1"/>
              <a:t>gambar</a:t>
            </a:r>
            <a:r>
              <a:rPr lang="en-ID" sz="2800" dirty="0"/>
              <a:t> </a:t>
            </a:r>
            <a:r>
              <a:rPr lang="en-ID" sz="2800" dirty="0" err="1"/>
              <a:t>langsung</a:t>
            </a:r>
            <a:r>
              <a:rPr lang="en-ID" sz="2800" dirty="0"/>
              <a:t> </a:t>
            </a:r>
            <a:r>
              <a:rPr lang="en-ID" sz="2800" dirty="0" err="1"/>
              <a:t>melalui</a:t>
            </a:r>
            <a:r>
              <a:rPr lang="en-ID" sz="2800" dirty="0"/>
              <a:t> </a:t>
            </a:r>
            <a:r>
              <a:rPr lang="en-ID" sz="2800" dirty="0" err="1"/>
              <a:t>lensa</a:t>
            </a:r>
            <a:r>
              <a:rPr lang="en-ID" sz="2800" dirty="0"/>
              <a:t> </a:t>
            </a:r>
            <a:r>
              <a:rPr lang="en-ID" sz="2800" dirty="0" err="1"/>
              <a:t>saat</a:t>
            </a:r>
            <a:r>
              <a:rPr lang="en-ID" sz="2800" dirty="0"/>
              <a:t> </a:t>
            </a:r>
            <a:r>
              <a:rPr lang="en-ID" sz="2800" dirty="0" err="1"/>
              <a:t>memotret</a:t>
            </a:r>
            <a:r>
              <a:rPr lang="en-ID" sz="2800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0B1883-27FE-41F1-9DD0-837206439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835" y="2047077"/>
            <a:ext cx="3909391" cy="3909391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12986499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D2F9E-A282-4DCD-832F-FA4CC7554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007" y="318488"/>
            <a:ext cx="10820400" cy="1293028"/>
          </a:xfrm>
        </p:spPr>
        <p:txBody>
          <a:bodyPr>
            <a:noAutofit/>
          </a:bodyPr>
          <a:lstStyle/>
          <a:p>
            <a:pPr algn="l"/>
            <a:r>
              <a:rPr lang="nn-NO" sz="4400" b="1" dirty="0"/>
              <a:t>Kelebihan dan kekurangan kamera DSLR</a:t>
            </a:r>
            <a:endParaRPr lang="en-ID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33949-B2AF-4108-B447-4820DDA12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470" y="2057401"/>
            <a:ext cx="6033052" cy="2606040"/>
          </a:xfrm>
        </p:spPr>
        <p:txBody>
          <a:bodyPr>
            <a:noAutofit/>
          </a:bodyPr>
          <a:lstStyle/>
          <a:p>
            <a:r>
              <a:rPr lang="en-ID" sz="2400" dirty="0" err="1"/>
              <a:t>Kelebihannya</a:t>
            </a:r>
            <a:r>
              <a:rPr lang="en-ID" sz="2400" dirty="0"/>
              <a:t> :</a:t>
            </a:r>
          </a:p>
          <a:p>
            <a:pPr marL="0" indent="0">
              <a:buNone/>
            </a:pPr>
            <a:r>
              <a:rPr lang="en-ID" sz="2400" dirty="0"/>
              <a:t>1. </a:t>
            </a:r>
            <a:r>
              <a:rPr lang="en-ID" sz="2400" dirty="0" err="1"/>
              <a:t>Lebih</a:t>
            </a:r>
            <a:r>
              <a:rPr lang="en-ID" sz="2400" dirty="0"/>
              <a:t> </a:t>
            </a:r>
            <a:r>
              <a:rPr lang="en-ID" sz="2400" dirty="0" err="1"/>
              <a:t>fleksibel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penggunaan</a:t>
            </a:r>
            <a:endParaRPr lang="en-ID" sz="2400" dirty="0"/>
          </a:p>
          <a:p>
            <a:pPr marL="0" indent="0">
              <a:buNone/>
            </a:pPr>
            <a:r>
              <a:rPr lang="en-ID" sz="2400" dirty="0"/>
              <a:t>2. </a:t>
            </a:r>
            <a:r>
              <a:rPr lang="en-ID" sz="2400" dirty="0" err="1"/>
              <a:t>Kualitas</a:t>
            </a:r>
            <a:r>
              <a:rPr lang="en-ID" sz="2400" dirty="0"/>
              <a:t> </a:t>
            </a:r>
            <a:r>
              <a:rPr lang="en-ID" sz="2400" dirty="0" err="1"/>
              <a:t>gambar</a:t>
            </a:r>
            <a:r>
              <a:rPr lang="en-ID" sz="2400" dirty="0"/>
              <a:t> </a:t>
            </a:r>
            <a:r>
              <a:rPr lang="en-ID" sz="2400" dirty="0" err="1"/>
              <a:t>lebih</a:t>
            </a:r>
            <a:r>
              <a:rPr lang="en-ID" sz="2400" dirty="0"/>
              <a:t> </a:t>
            </a:r>
            <a:r>
              <a:rPr lang="en-ID" sz="2400" dirty="0" err="1"/>
              <a:t>memuaskan</a:t>
            </a:r>
            <a:endParaRPr lang="en-ID" sz="2400" dirty="0"/>
          </a:p>
          <a:p>
            <a:pPr marL="0" indent="0">
              <a:buNone/>
            </a:pPr>
            <a:r>
              <a:rPr lang="en-ID" sz="2400" dirty="0"/>
              <a:t>3. Fitur </a:t>
            </a:r>
            <a:r>
              <a:rPr lang="en-ID" sz="2400" dirty="0" err="1"/>
              <a:t>fotografi</a:t>
            </a:r>
            <a:r>
              <a:rPr lang="en-ID" sz="2400" dirty="0"/>
              <a:t> </a:t>
            </a:r>
            <a:r>
              <a:rPr lang="en-ID" sz="2400" dirty="0" err="1"/>
              <a:t>lebih</a:t>
            </a:r>
            <a:r>
              <a:rPr lang="en-ID" sz="2400" dirty="0"/>
              <a:t> </a:t>
            </a:r>
            <a:r>
              <a:rPr lang="en-ID" sz="2400" dirty="0" err="1"/>
              <a:t>memadai</a:t>
            </a:r>
            <a:endParaRPr lang="en-ID" sz="2400" dirty="0"/>
          </a:p>
          <a:p>
            <a:pPr marL="0" indent="0">
              <a:buNone/>
            </a:pPr>
            <a:r>
              <a:rPr lang="en-ID" sz="2400" dirty="0"/>
              <a:t>4. </a:t>
            </a:r>
            <a:r>
              <a:rPr lang="en-ID" sz="2400" dirty="0" err="1"/>
              <a:t>Mudah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di upgrade</a:t>
            </a:r>
          </a:p>
          <a:p>
            <a:pPr marL="0" indent="0">
              <a:buNone/>
            </a:pPr>
            <a:r>
              <a:rPr lang="en-ID" sz="2400" dirty="0"/>
              <a:t>5. Kinerja </a:t>
            </a:r>
            <a:r>
              <a:rPr lang="en-ID" sz="2400" dirty="0" err="1"/>
              <a:t>sangat</a:t>
            </a:r>
            <a:r>
              <a:rPr lang="en-ID" sz="2400" dirty="0"/>
              <a:t> </a:t>
            </a:r>
            <a:r>
              <a:rPr lang="en-ID" sz="2400" dirty="0" err="1"/>
              <a:t>mumpuni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foto</a:t>
            </a:r>
            <a:endParaRPr lang="en-ID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47F264-1E4F-443E-AF3A-2558C24F65D2}"/>
              </a:ext>
            </a:extLst>
          </p:cNvPr>
          <p:cNvSpPr txBox="1"/>
          <p:nvPr/>
        </p:nvSpPr>
        <p:spPr>
          <a:xfrm>
            <a:off x="5844207" y="3647662"/>
            <a:ext cx="603305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dirty="0" err="1"/>
              <a:t>Kekurangannya</a:t>
            </a:r>
            <a:r>
              <a:rPr lang="en-ID" sz="2400" dirty="0"/>
              <a:t> :</a:t>
            </a:r>
          </a:p>
          <a:p>
            <a:pPr marL="457200" indent="-457200">
              <a:buAutoNum type="arabicPeriod"/>
            </a:pPr>
            <a:r>
              <a:rPr lang="en-ID" sz="2400" dirty="0"/>
              <a:t>Harga </a:t>
            </a:r>
            <a:r>
              <a:rPr lang="en-ID" sz="2400" dirty="0" err="1"/>
              <a:t>relatif</a:t>
            </a:r>
            <a:r>
              <a:rPr lang="en-ID" sz="2400" dirty="0"/>
              <a:t> </a:t>
            </a:r>
            <a:r>
              <a:rPr lang="en-ID" sz="2400" dirty="0" err="1"/>
              <a:t>lebih</a:t>
            </a:r>
            <a:r>
              <a:rPr lang="en-ID" sz="2400" dirty="0"/>
              <a:t> mahal</a:t>
            </a:r>
          </a:p>
          <a:p>
            <a:pPr marL="457200" indent="-457200">
              <a:buAutoNum type="arabicPeriod"/>
            </a:pPr>
            <a:r>
              <a:rPr lang="en-ID" sz="2400" dirty="0" err="1"/>
              <a:t>Ukuran</a:t>
            </a:r>
            <a:r>
              <a:rPr lang="en-ID" sz="2400" dirty="0"/>
              <a:t> </a:t>
            </a:r>
            <a:r>
              <a:rPr lang="en-ID" sz="2400" dirty="0" err="1"/>
              <a:t>lebih</a:t>
            </a:r>
            <a:r>
              <a:rPr lang="en-ID" sz="2400" dirty="0"/>
              <a:t> </a:t>
            </a:r>
            <a:r>
              <a:rPr lang="en-ID" sz="2400" dirty="0" err="1"/>
              <a:t>besar</a:t>
            </a:r>
            <a:r>
              <a:rPr lang="en-ID" sz="2400" dirty="0"/>
              <a:t> </a:t>
            </a:r>
            <a:r>
              <a:rPr lang="en-ID" sz="2400" dirty="0" err="1"/>
              <a:t>dari</a:t>
            </a:r>
            <a:r>
              <a:rPr lang="en-ID" sz="2400" dirty="0"/>
              <a:t> </a:t>
            </a:r>
            <a:r>
              <a:rPr lang="en-ID" sz="2400" dirty="0" err="1"/>
              <a:t>kamera</a:t>
            </a:r>
            <a:r>
              <a:rPr lang="en-ID" sz="2400" dirty="0"/>
              <a:t> </a:t>
            </a:r>
            <a:r>
              <a:rPr lang="en-ID" sz="2400" dirty="0" err="1"/>
              <a:t>lainnya</a:t>
            </a:r>
            <a:endParaRPr lang="en-ID" sz="2400" dirty="0"/>
          </a:p>
          <a:p>
            <a:r>
              <a:rPr lang="en-ID" sz="2400" dirty="0"/>
              <a:t>3. Jika </a:t>
            </a:r>
            <a:r>
              <a:rPr lang="en-ID" sz="2400" dirty="0" err="1"/>
              <a:t>terlalu</a:t>
            </a:r>
            <a:r>
              <a:rPr lang="en-ID" sz="2400" dirty="0"/>
              <a:t> lama </a:t>
            </a:r>
            <a:r>
              <a:rPr lang="en-ID" sz="2400" dirty="0" err="1"/>
              <a:t>membawa</a:t>
            </a:r>
            <a:r>
              <a:rPr lang="en-ID" sz="2400" dirty="0"/>
              <a:t>, </a:t>
            </a:r>
            <a:r>
              <a:rPr lang="en-ID" sz="2400" dirty="0" err="1"/>
              <a:t>tangan</a:t>
            </a:r>
            <a:r>
              <a:rPr lang="en-ID" sz="2400" dirty="0"/>
              <a:t> </a:t>
            </a:r>
            <a:r>
              <a:rPr lang="en-ID" sz="2400" dirty="0" err="1"/>
              <a:t>terasa</a:t>
            </a:r>
            <a:r>
              <a:rPr lang="en-ID" sz="2400" dirty="0"/>
              <a:t> </a:t>
            </a:r>
            <a:r>
              <a:rPr lang="en-ID" sz="2400" dirty="0" err="1"/>
              <a:t>cepat</a:t>
            </a:r>
            <a:r>
              <a:rPr lang="en-ID" sz="2400" dirty="0"/>
              <a:t> Lelah</a:t>
            </a:r>
          </a:p>
          <a:p>
            <a:r>
              <a:rPr lang="en-ID" sz="2400" dirty="0"/>
              <a:t>4. </a:t>
            </a:r>
            <a:r>
              <a:rPr lang="en-ID" sz="2400" dirty="0" err="1"/>
              <a:t>Tidak</a:t>
            </a:r>
            <a:r>
              <a:rPr lang="en-ID" sz="2400" dirty="0"/>
              <a:t> </a:t>
            </a:r>
            <a:r>
              <a:rPr lang="en-ID" sz="2400" dirty="0" err="1"/>
              <a:t>cocok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para </a:t>
            </a:r>
            <a:r>
              <a:rPr lang="en-ID" sz="2400" dirty="0" err="1"/>
              <a:t>pemula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5DA1BF-E9D3-4555-8433-FC75AF8DB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8522" y="1354475"/>
            <a:ext cx="3591339" cy="1847302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3260368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C42C7-2805-4136-B941-8D091EA29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>
            <a:normAutofit/>
          </a:bodyPr>
          <a:lstStyle/>
          <a:p>
            <a:pPr algn="l"/>
            <a:r>
              <a:rPr lang="en-ID" sz="6000" b="1" dirty="0" err="1"/>
              <a:t>Kamera</a:t>
            </a:r>
            <a:r>
              <a:rPr lang="en-ID" sz="6000" b="1" dirty="0"/>
              <a:t> mirrorless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F6ED3-694D-47D1-B9C8-2D5A18617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4217504" cy="4024125"/>
          </a:xfrm>
        </p:spPr>
        <p:txBody>
          <a:bodyPr/>
          <a:lstStyle/>
          <a:p>
            <a:r>
              <a:rPr lang="en-ID" dirty="0" err="1"/>
              <a:t>Kamera</a:t>
            </a:r>
            <a:r>
              <a:rPr lang="en-ID" dirty="0"/>
              <a:t> mirrorless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kamera</a:t>
            </a:r>
            <a:r>
              <a:rPr lang="en-ID" dirty="0"/>
              <a:t> digital yang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cermin</a:t>
            </a:r>
            <a:r>
              <a:rPr lang="en-ID" dirty="0"/>
              <a:t>, </a:t>
            </a:r>
            <a:r>
              <a:rPr lang="en-ID" dirty="0" err="1"/>
              <a:t>seperti</a:t>
            </a:r>
            <a:r>
              <a:rPr lang="en-ID" dirty="0"/>
              <a:t> yang </a:t>
            </a:r>
            <a:r>
              <a:rPr lang="en-ID" dirty="0" err="1"/>
              <a:t>ada</a:t>
            </a:r>
            <a:r>
              <a:rPr lang="en-ID" dirty="0"/>
              <a:t> pada </a:t>
            </a:r>
            <a:r>
              <a:rPr lang="en-ID" dirty="0" err="1"/>
              <a:t>kamera</a:t>
            </a:r>
            <a:r>
              <a:rPr lang="en-ID" dirty="0"/>
              <a:t> DSLR (Digital Single-Lens Reflex). </a:t>
            </a:r>
            <a:r>
              <a:rPr lang="en-ID" dirty="0" err="1"/>
              <a:t>Kamera</a:t>
            </a:r>
            <a:r>
              <a:rPr lang="en-ID" dirty="0"/>
              <a:t> mirrorless </a:t>
            </a:r>
            <a:r>
              <a:rPr lang="en-ID" dirty="0" err="1"/>
              <a:t>menggunakan</a:t>
            </a:r>
            <a:r>
              <a:rPr lang="en-ID" dirty="0"/>
              <a:t> sensor </a:t>
            </a:r>
            <a:r>
              <a:rPr lang="en-ID" dirty="0" err="1"/>
              <a:t>gambar</a:t>
            </a:r>
            <a:r>
              <a:rPr lang="en-ID" dirty="0"/>
              <a:t> </a:t>
            </a:r>
            <a:r>
              <a:rPr lang="en-ID" dirty="0" err="1"/>
              <a:t>langsung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menghasilkan</a:t>
            </a:r>
            <a:r>
              <a:rPr lang="en-ID" dirty="0"/>
              <a:t> </a:t>
            </a:r>
            <a:r>
              <a:rPr lang="en-ID" dirty="0" err="1"/>
              <a:t>foto</a:t>
            </a:r>
            <a:r>
              <a:rPr lang="en-ID" dirty="0"/>
              <a:t>,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melalui</a:t>
            </a:r>
            <a:r>
              <a:rPr lang="en-ID" dirty="0"/>
              <a:t> </a:t>
            </a:r>
            <a:r>
              <a:rPr lang="en-ID" dirty="0" err="1"/>
              <a:t>cermin</a:t>
            </a:r>
            <a:r>
              <a:rPr lang="en-ID" dirty="0"/>
              <a:t> yang </a:t>
            </a:r>
            <a:r>
              <a:rPr lang="en-ID" dirty="0" err="1"/>
              <a:t>memantulkan</a:t>
            </a:r>
            <a:r>
              <a:rPr lang="en-ID" dirty="0"/>
              <a:t> </a:t>
            </a:r>
            <a:r>
              <a:rPr lang="en-ID" dirty="0" err="1"/>
              <a:t>cahaya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pentaprisma</a:t>
            </a:r>
            <a:r>
              <a:rPr lang="en-ID" dirty="0"/>
              <a:t> dan viewfinder.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A858F7-C8F0-4E2F-8B45-937DA6F34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194560"/>
            <a:ext cx="3881024" cy="3881024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37034593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EB47B-1240-4D4F-8D6F-4C2FAC5F1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pPr algn="l"/>
            <a:r>
              <a:rPr lang="en-ID" b="1" dirty="0" err="1"/>
              <a:t>Kelebihan</a:t>
            </a:r>
            <a:r>
              <a:rPr lang="en-ID" b="1" dirty="0"/>
              <a:t> dan </a:t>
            </a:r>
            <a:r>
              <a:rPr lang="en-ID" b="1" dirty="0" err="1"/>
              <a:t>kekurangan</a:t>
            </a:r>
            <a:r>
              <a:rPr lang="en-ID" b="1" dirty="0"/>
              <a:t> </a:t>
            </a:r>
            <a:r>
              <a:rPr lang="en-ID" b="1" dirty="0" err="1"/>
              <a:t>kamera</a:t>
            </a:r>
            <a:r>
              <a:rPr lang="en-ID" b="1" dirty="0"/>
              <a:t> Mirrorless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1C05A-4F64-484F-B738-A1FC6FB60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4244009" cy="4024125"/>
          </a:xfrm>
        </p:spPr>
        <p:txBody>
          <a:bodyPr/>
          <a:lstStyle/>
          <a:p>
            <a:r>
              <a:rPr lang="en-ID" dirty="0" err="1"/>
              <a:t>Kelebihan</a:t>
            </a:r>
            <a:r>
              <a:rPr lang="en-ID" dirty="0"/>
              <a:t> : </a:t>
            </a:r>
            <a:r>
              <a:rPr lang="en-ID" dirty="0" err="1"/>
              <a:t>ukurannya</a:t>
            </a:r>
            <a:r>
              <a:rPr lang="en-ID" dirty="0"/>
              <a:t> yang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kecil</a:t>
            </a:r>
            <a:r>
              <a:rPr lang="en-ID" dirty="0"/>
              <a:t>, </a:t>
            </a:r>
            <a:r>
              <a:rPr lang="en-ID" dirty="0" err="1"/>
              <a:t>kecepatan</a:t>
            </a:r>
            <a:r>
              <a:rPr lang="en-ID" dirty="0"/>
              <a:t> </a:t>
            </a:r>
            <a:r>
              <a:rPr lang="en-ID" dirty="0" err="1"/>
              <a:t>pengambilan</a:t>
            </a:r>
            <a:r>
              <a:rPr lang="en-ID" dirty="0"/>
              <a:t> </a:t>
            </a:r>
            <a:r>
              <a:rPr lang="en-ID" dirty="0" err="1"/>
              <a:t>gambar</a:t>
            </a:r>
            <a:r>
              <a:rPr lang="en-ID" dirty="0"/>
              <a:t> yang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cepat</a:t>
            </a:r>
            <a:r>
              <a:rPr lang="en-ID" dirty="0"/>
              <a:t>, dan </a:t>
            </a:r>
            <a:r>
              <a:rPr lang="en-ID" dirty="0" err="1"/>
              <a:t>kemampuan</a:t>
            </a:r>
            <a:r>
              <a:rPr lang="en-ID" dirty="0"/>
              <a:t> video yang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baik</a:t>
            </a:r>
            <a:r>
              <a:rPr lang="en-ID" dirty="0"/>
              <a:t> .</a:t>
            </a:r>
          </a:p>
          <a:p>
            <a:r>
              <a:rPr lang="en-ID" dirty="0" err="1"/>
              <a:t>Kelemahan</a:t>
            </a:r>
            <a:r>
              <a:rPr lang="en-ID" dirty="0"/>
              <a:t>: masa </a:t>
            </a:r>
            <a:r>
              <a:rPr lang="en-ID" dirty="0" err="1"/>
              <a:t>pakai</a:t>
            </a:r>
            <a:r>
              <a:rPr lang="en-ID" dirty="0"/>
              <a:t> </a:t>
            </a:r>
            <a:r>
              <a:rPr lang="en-ID" dirty="0" err="1"/>
              <a:t>baterai</a:t>
            </a:r>
            <a:r>
              <a:rPr lang="en-ID" dirty="0"/>
              <a:t> yang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pendek</a:t>
            </a:r>
            <a:r>
              <a:rPr lang="en-ID" dirty="0"/>
              <a:t>, </a:t>
            </a:r>
            <a:r>
              <a:rPr lang="en-ID" dirty="0" err="1"/>
              <a:t>pilihan</a:t>
            </a:r>
            <a:r>
              <a:rPr lang="en-ID" dirty="0"/>
              <a:t> </a:t>
            </a:r>
            <a:r>
              <a:rPr lang="en-ID" dirty="0" err="1"/>
              <a:t>lensa</a:t>
            </a:r>
            <a:r>
              <a:rPr lang="en-ID" dirty="0"/>
              <a:t> yang </a:t>
            </a:r>
            <a:r>
              <a:rPr lang="en-ID" dirty="0" err="1"/>
              <a:t>terbatas</a:t>
            </a:r>
            <a:r>
              <a:rPr lang="en-ID" dirty="0"/>
              <a:t>, dan </a:t>
            </a:r>
            <a:r>
              <a:rPr lang="en-ID" dirty="0" err="1"/>
              <a:t>harga</a:t>
            </a:r>
            <a:r>
              <a:rPr lang="en-ID" dirty="0"/>
              <a:t> yang </a:t>
            </a:r>
            <a:r>
              <a:rPr lang="en-ID" dirty="0" err="1"/>
              <a:t>lebih</a:t>
            </a:r>
            <a:r>
              <a:rPr lang="en-ID" dirty="0"/>
              <a:t> mahal.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AF94CD-239C-4645-9D26-6FE4C557C8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0468" y="2411688"/>
            <a:ext cx="4914279" cy="3270229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15512072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28B0C-66C5-4F60-BE95-18E2F596F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>
            <a:noAutofit/>
          </a:bodyPr>
          <a:lstStyle/>
          <a:p>
            <a:pPr algn="l"/>
            <a:r>
              <a:rPr lang="sv-SE" sz="4400" b="1" dirty="0"/>
              <a:t>Kamera Saku (Digital Pocket Camera)</a:t>
            </a:r>
            <a:endParaRPr lang="en-ID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29B88-43C7-4EDE-B051-4B552F17C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4535557" cy="4024125"/>
          </a:xfrm>
        </p:spPr>
        <p:txBody>
          <a:bodyPr/>
          <a:lstStyle/>
          <a:p>
            <a:r>
              <a:rPr lang="en-ID" dirty="0" err="1"/>
              <a:t>Kamera</a:t>
            </a:r>
            <a:r>
              <a:rPr lang="en-ID" dirty="0"/>
              <a:t> </a:t>
            </a:r>
            <a:r>
              <a:rPr lang="en-ID" dirty="0" err="1"/>
              <a:t>saku</a:t>
            </a:r>
            <a:r>
              <a:rPr lang="en-ID" dirty="0"/>
              <a:t> digital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kamera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teknologi</a:t>
            </a:r>
            <a:r>
              <a:rPr lang="en-ID" dirty="0"/>
              <a:t> digital yang </a:t>
            </a:r>
            <a:r>
              <a:rPr lang="en-ID" dirty="0" err="1"/>
              <a:t>menyimpan</a:t>
            </a:r>
            <a:r>
              <a:rPr lang="en-ID" dirty="0"/>
              <a:t> data </a:t>
            </a:r>
            <a:r>
              <a:rPr lang="en-ID" dirty="0" err="1"/>
              <a:t>gambar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format digital di media </a:t>
            </a:r>
            <a:r>
              <a:rPr lang="en-ID" dirty="0" err="1"/>
              <a:t>perekam</a:t>
            </a:r>
            <a:r>
              <a:rPr lang="en-ID" dirty="0"/>
              <a:t> digital yang </a:t>
            </a:r>
            <a:r>
              <a:rPr lang="en-ID" dirty="0" err="1"/>
              <a:t>berukuran</a:t>
            </a:r>
            <a:r>
              <a:rPr lang="en-ID" dirty="0"/>
              <a:t> </a:t>
            </a:r>
            <a:r>
              <a:rPr lang="en-ID" dirty="0" err="1"/>
              <a:t>kecil</a:t>
            </a:r>
            <a:r>
              <a:rPr lang="en-ID" dirty="0"/>
              <a:t> dan </a:t>
            </a:r>
            <a:r>
              <a:rPr lang="en-ID" dirty="0" err="1"/>
              <a:t>ringan</a:t>
            </a:r>
            <a:r>
              <a:rPr lang="en-ID" dirty="0"/>
              <a:t>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mudah</a:t>
            </a:r>
            <a:r>
              <a:rPr lang="en-ID" dirty="0"/>
              <a:t> </a:t>
            </a:r>
            <a:r>
              <a:rPr lang="en-ID" dirty="0" err="1"/>
              <a:t>disimpan</a:t>
            </a:r>
            <a:r>
              <a:rPr lang="en-ID" dirty="0"/>
              <a:t> di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saku</a:t>
            </a:r>
            <a:r>
              <a:rPr lang="en-ID" dirty="0"/>
              <a:t>,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lensa</a:t>
            </a:r>
            <a:r>
              <a:rPr lang="en-ID" dirty="0"/>
              <a:t> yang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diganti</a:t>
            </a:r>
            <a:r>
              <a:rPr lang="en-ID" dirty="0"/>
              <a:t>, dan </a:t>
            </a:r>
            <a:r>
              <a:rPr lang="en-ID" dirty="0" err="1"/>
              <a:t>mudah</a:t>
            </a:r>
            <a:r>
              <a:rPr lang="en-ID" dirty="0"/>
              <a:t> </a:t>
            </a:r>
            <a:r>
              <a:rPr lang="en-ID" dirty="0" err="1"/>
              <a:t>dibawa</a:t>
            </a:r>
            <a:r>
              <a:rPr lang="en-ID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2A16CE-7653-4615-AD84-123190211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2663" y="2194560"/>
            <a:ext cx="3523215" cy="3523215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40921497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A264F-4C67-428F-8433-C4B99D642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pPr algn="l"/>
            <a:r>
              <a:rPr lang="fi-FI" b="1" dirty="0"/>
              <a:t>Kelebihan dan kekurangan kamera saku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CDE98-DB1A-41C6-9177-62CA73123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5542722" cy="4024125"/>
          </a:xfrm>
        </p:spPr>
        <p:txBody>
          <a:bodyPr>
            <a:normAutofit/>
          </a:bodyPr>
          <a:lstStyle/>
          <a:p>
            <a:r>
              <a:rPr lang="en-ID" dirty="0" err="1"/>
              <a:t>Kelebihannya</a:t>
            </a:r>
            <a:r>
              <a:rPr lang="en-ID" dirty="0"/>
              <a:t>:</a:t>
            </a:r>
          </a:p>
          <a:p>
            <a:pPr marL="0" indent="0">
              <a:buNone/>
            </a:pPr>
            <a:r>
              <a:rPr lang="en-ID" dirty="0"/>
              <a:t>1. Sensor yang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kecil</a:t>
            </a:r>
            <a:endParaRPr lang="en-ID" dirty="0"/>
          </a:p>
          <a:p>
            <a:pPr marL="0" indent="0">
              <a:buNone/>
            </a:pPr>
            <a:r>
              <a:rPr lang="en-ID" dirty="0"/>
              <a:t>2. </a:t>
            </a:r>
            <a:r>
              <a:rPr lang="en-ID" dirty="0" err="1"/>
              <a:t>Ukuran</a:t>
            </a:r>
            <a:r>
              <a:rPr lang="en-ID" dirty="0"/>
              <a:t> yang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kecil</a:t>
            </a:r>
            <a:r>
              <a:rPr lang="en-ID" dirty="0"/>
              <a:t> dan </a:t>
            </a:r>
            <a:r>
              <a:rPr lang="en-ID" dirty="0" err="1"/>
              <a:t>mudah</a:t>
            </a:r>
            <a:r>
              <a:rPr lang="en-ID" dirty="0"/>
              <a:t> </a:t>
            </a:r>
            <a:r>
              <a:rPr lang="en-ID" dirty="0" err="1"/>
              <a:t>dibawa</a:t>
            </a:r>
            <a:r>
              <a:rPr lang="en-ID" dirty="0"/>
              <a:t> </a:t>
            </a:r>
            <a:r>
              <a:rPr lang="en-ID" dirty="0" err="1"/>
              <a:t>kemana</a:t>
            </a:r>
            <a:r>
              <a:rPr lang="en-ID" dirty="0"/>
              <a:t>-mana</a:t>
            </a:r>
          </a:p>
          <a:p>
            <a:pPr marL="0" indent="0">
              <a:buNone/>
            </a:pPr>
            <a:r>
              <a:rPr lang="en-ID" dirty="0"/>
              <a:t>3. Harga </a:t>
            </a:r>
            <a:r>
              <a:rPr lang="en-ID" dirty="0" err="1"/>
              <a:t>terjangkau</a:t>
            </a:r>
            <a:endParaRPr lang="en-ID" dirty="0"/>
          </a:p>
          <a:p>
            <a:r>
              <a:rPr lang="en-ID" dirty="0" err="1"/>
              <a:t>Kekurangannya</a:t>
            </a:r>
            <a:r>
              <a:rPr lang="en-ID" dirty="0"/>
              <a:t>:</a:t>
            </a:r>
          </a:p>
          <a:p>
            <a:pPr marL="0" indent="0">
              <a:buNone/>
            </a:pPr>
            <a:r>
              <a:rPr lang="en-ID" dirty="0"/>
              <a:t>1. Auto focus yang </a:t>
            </a:r>
            <a:r>
              <a:rPr lang="en-ID" dirty="0" err="1"/>
              <a:t>lambat</a:t>
            </a:r>
            <a:endParaRPr lang="en-ID" dirty="0"/>
          </a:p>
          <a:p>
            <a:pPr marL="0" indent="0">
              <a:buNone/>
            </a:pPr>
            <a:r>
              <a:rPr lang="en-ID" dirty="0"/>
              <a:t>2. </a:t>
            </a:r>
            <a:r>
              <a:rPr lang="en-ID" dirty="0" err="1"/>
              <a:t>Kualitas</a:t>
            </a:r>
            <a:r>
              <a:rPr lang="en-ID" dirty="0"/>
              <a:t> </a:t>
            </a:r>
            <a:r>
              <a:rPr lang="en-ID" dirty="0" err="1"/>
              <a:t>gambar</a:t>
            </a:r>
            <a:r>
              <a:rPr lang="en-ID" dirty="0"/>
              <a:t> yang </a:t>
            </a:r>
            <a:r>
              <a:rPr lang="en-ID" dirty="0" err="1"/>
              <a:t>kurang</a:t>
            </a:r>
            <a:r>
              <a:rPr lang="en-ID" dirty="0"/>
              <a:t> </a:t>
            </a:r>
            <a:r>
              <a:rPr lang="en-ID" dirty="0" err="1"/>
              <a:t>bersih</a:t>
            </a:r>
            <a:endParaRPr lang="en-ID" dirty="0"/>
          </a:p>
          <a:p>
            <a:pPr marL="0" indent="0">
              <a:buNone/>
            </a:pPr>
            <a:r>
              <a:rPr lang="en-ID" dirty="0"/>
              <a:t>3. </a:t>
            </a:r>
            <a:r>
              <a:rPr lang="en-ID" dirty="0" err="1"/>
              <a:t>Kualitas</a:t>
            </a:r>
            <a:r>
              <a:rPr lang="en-ID" dirty="0"/>
              <a:t> </a:t>
            </a:r>
            <a:r>
              <a:rPr lang="en-ID" dirty="0" err="1"/>
              <a:t>rentang</a:t>
            </a:r>
            <a:r>
              <a:rPr lang="en-ID" dirty="0"/>
              <a:t> </a:t>
            </a:r>
            <a:r>
              <a:rPr lang="en-ID" dirty="0" err="1"/>
              <a:t>dinamis</a:t>
            </a:r>
            <a:r>
              <a:rPr lang="en-ID" dirty="0"/>
              <a:t> yang </a:t>
            </a:r>
            <a:r>
              <a:rPr lang="en-ID" dirty="0" err="1"/>
              <a:t>kurang</a:t>
            </a:r>
            <a:r>
              <a:rPr lang="en-ID" dirty="0"/>
              <a:t> </a:t>
            </a:r>
            <a:r>
              <a:rPr lang="en-ID" dirty="0" err="1"/>
              <a:t>baik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EFE37D-E99A-444A-9154-F2A5FD8C9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975" y="2189412"/>
            <a:ext cx="3947285" cy="3947285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22071705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5104B-1856-4FE3-BC79-60B0259BB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>
            <a:normAutofit/>
          </a:bodyPr>
          <a:lstStyle/>
          <a:p>
            <a:pPr algn="l"/>
            <a:r>
              <a:rPr lang="en-ID" sz="6000" b="1" dirty="0" err="1"/>
              <a:t>Kamera</a:t>
            </a:r>
            <a:r>
              <a:rPr lang="en-ID" sz="6000" b="1" dirty="0"/>
              <a:t> </a:t>
            </a:r>
            <a:r>
              <a:rPr lang="en-ID" sz="6000" b="1" dirty="0" err="1"/>
              <a:t>instan</a:t>
            </a:r>
            <a:endParaRPr lang="en-ID" sz="6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BC88E-F12E-441C-9EC6-A928859A8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5953539" cy="4024125"/>
          </a:xfrm>
        </p:spPr>
        <p:txBody>
          <a:bodyPr/>
          <a:lstStyle/>
          <a:p>
            <a:r>
              <a:rPr lang="en-ID" dirty="0" err="1"/>
              <a:t>Kamera</a:t>
            </a:r>
            <a:r>
              <a:rPr lang="en-ID" dirty="0"/>
              <a:t> </a:t>
            </a:r>
            <a:r>
              <a:rPr lang="en-ID" dirty="0" err="1"/>
              <a:t>instan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kamera</a:t>
            </a:r>
            <a:r>
              <a:rPr lang="en-ID" dirty="0"/>
              <a:t> yang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langsung</a:t>
            </a:r>
            <a:r>
              <a:rPr lang="en-ID" dirty="0"/>
              <a:t> </a:t>
            </a:r>
            <a:r>
              <a:rPr lang="en-ID" dirty="0" err="1"/>
              <a:t>mencetak</a:t>
            </a:r>
            <a:r>
              <a:rPr lang="en-ID" dirty="0"/>
              <a:t> </a:t>
            </a:r>
            <a:r>
              <a:rPr lang="en-ID" dirty="0" err="1"/>
              <a:t>foto</a:t>
            </a:r>
            <a:r>
              <a:rPr lang="en-ID" dirty="0"/>
              <a:t> </a:t>
            </a:r>
            <a:r>
              <a:rPr lang="en-ID" dirty="0" err="1"/>
              <a:t>setelah</a:t>
            </a:r>
            <a:r>
              <a:rPr lang="en-ID" dirty="0"/>
              <a:t> </a:t>
            </a:r>
            <a:r>
              <a:rPr lang="en-ID" dirty="0" err="1"/>
              <a:t>pengambilan</a:t>
            </a:r>
            <a:r>
              <a:rPr lang="en-ID" dirty="0"/>
              <a:t> </a:t>
            </a:r>
            <a:r>
              <a:rPr lang="en-ID" dirty="0" err="1"/>
              <a:t>gambar</a:t>
            </a:r>
            <a:r>
              <a:rPr lang="en-ID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66EA90-0B9D-4D2F-9F83-499C8A745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7635" y="2326676"/>
            <a:ext cx="3458817" cy="3458817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33808723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0B4E2-7CCE-4071-BD70-E1AF2B664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721" y="129960"/>
            <a:ext cx="10820400" cy="1293028"/>
          </a:xfrm>
        </p:spPr>
        <p:txBody>
          <a:bodyPr/>
          <a:lstStyle/>
          <a:p>
            <a:pPr algn="l"/>
            <a:r>
              <a:rPr lang="en-ID" b="1" dirty="0" err="1"/>
              <a:t>Kelebihan</a:t>
            </a:r>
            <a:r>
              <a:rPr lang="en-ID" b="1" dirty="0"/>
              <a:t> dan </a:t>
            </a:r>
            <a:r>
              <a:rPr lang="en-ID" b="1" dirty="0" err="1"/>
              <a:t>kekurangan</a:t>
            </a:r>
            <a:r>
              <a:rPr lang="en-ID" b="1" dirty="0"/>
              <a:t> </a:t>
            </a:r>
            <a:r>
              <a:rPr lang="en-ID" b="1" dirty="0" err="1"/>
              <a:t>kamera</a:t>
            </a:r>
            <a:r>
              <a:rPr lang="en-ID" b="1" dirty="0"/>
              <a:t> </a:t>
            </a:r>
            <a:r>
              <a:rPr lang="en-ID" b="1" dirty="0" err="1"/>
              <a:t>instan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4C773-9E65-430B-8E7B-7EC95E063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703" y="1422988"/>
            <a:ext cx="5542723" cy="5017569"/>
          </a:xfrm>
        </p:spPr>
        <p:txBody>
          <a:bodyPr>
            <a:normAutofit/>
          </a:bodyPr>
          <a:lstStyle/>
          <a:p>
            <a:r>
              <a:rPr lang="en-ID" sz="2000" dirty="0" err="1"/>
              <a:t>Kelebihan</a:t>
            </a:r>
            <a:r>
              <a:rPr lang="en-ID" sz="2000" dirty="0"/>
              <a:t> </a:t>
            </a:r>
          </a:p>
          <a:p>
            <a:r>
              <a:rPr lang="en-ID" sz="2000" dirty="0" err="1"/>
              <a:t>Cepat</a:t>
            </a:r>
            <a:r>
              <a:rPr lang="en-ID" sz="2000" dirty="0"/>
              <a:t>: </a:t>
            </a:r>
            <a:r>
              <a:rPr lang="en-ID" sz="2000" dirty="0" err="1"/>
              <a:t>Kamera</a:t>
            </a:r>
            <a:r>
              <a:rPr lang="en-ID" sz="2000" dirty="0"/>
              <a:t> </a:t>
            </a:r>
            <a:r>
              <a:rPr lang="en-ID" sz="2000" dirty="0" err="1"/>
              <a:t>instan</a:t>
            </a:r>
            <a:r>
              <a:rPr lang="en-ID" sz="2000" dirty="0"/>
              <a:t> </a:t>
            </a:r>
            <a:r>
              <a:rPr lang="en-ID" sz="2000" dirty="0" err="1"/>
              <a:t>dapat</a:t>
            </a:r>
            <a:r>
              <a:rPr lang="en-ID" sz="2000" dirty="0"/>
              <a:t> </a:t>
            </a:r>
            <a:r>
              <a:rPr lang="en-ID" sz="2000" dirty="0" err="1"/>
              <a:t>mengabadikan</a:t>
            </a:r>
            <a:r>
              <a:rPr lang="en-ID" sz="2000" dirty="0"/>
              <a:t> </a:t>
            </a:r>
            <a:r>
              <a:rPr lang="en-ID" sz="2000" dirty="0" err="1"/>
              <a:t>momen</a:t>
            </a:r>
            <a:r>
              <a:rPr lang="en-ID" sz="2000" dirty="0"/>
              <a:t> </a:t>
            </a:r>
            <a:r>
              <a:rPr lang="en-ID" sz="2000" dirty="0" err="1"/>
              <a:t>dengan</a:t>
            </a:r>
            <a:r>
              <a:rPr lang="en-ID" sz="2000" dirty="0"/>
              <a:t> </a:t>
            </a:r>
            <a:r>
              <a:rPr lang="en-ID" sz="2000" dirty="0" err="1"/>
              <a:t>cepat</a:t>
            </a:r>
            <a:r>
              <a:rPr lang="en-ID" sz="2000" dirty="0"/>
              <a:t> dan </a:t>
            </a:r>
            <a:r>
              <a:rPr lang="en-ID" sz="2000" dirty="0" err="1"/>
              <a:t>mudah</a:t>
            </a:r>
            <a:r>
              <a:rPr lang="en-ID" sz="2000" dirty="0"/>
              <a:t>. </a:t>
            </a:r>
            <a:r>
              <a:rPr lang="en-ID" sz="2000" dirty="0" err="1"/>
              <a:t>Dengan</a:t>
            </a:r>
            <a:r>
              <a:rPr lang="en-ID" sz="2000" dirty="0"/>
              <a:t> </a:t>
            </a:r>
            <a:r>
              <a:rPr lang="en-ID" sz="2000" dirty="0" err="1"/>
              <a:t>satu</a:t>
            </a:r>
            <a:r>
              <a:rPr lang="en-ID" sz="2000" dirty="0"/>
              <a:t> </a:t>
            </a:r>
            <a:r>
              <a:rPr lang="en-ID" sz="2000" dirty="0" err="1"/>
              <a:t>klik</a:t>
            </a:r>
            <a:r>
              <a:rPr lang="en-ID" sz="2000" dirty="0"/>
              <a:t> </a:t>
            </a:r>
            <a:r>
              <a:rPr lang="en-ID" sz="2000" dirty="0" err="1"/>
              <a:t>tombol</a:t>
            </a:r>
            <a:r>
              <a:rPr lang="en-ID" sz="2000" dirty="0"/>
              <a:t>, Anda </a:t>
            </a:r>
            <a:r>
              <a:rPr lang="en-ID" sz="2000" dirty="0" err="1"/>
              <a:t>dapat</a:t>
            </a:r>
            <a:r>
              <a:rPr lang="en-ID" sz="2000" dirty="0"/>
              <a:t> </a:t>
            </a:r>
            <a:r>
              <a:rPr lang="en-ID" sz="2000" dirty="0" err="1"/>
              <a:t>langsung</a:t>
            </a:r>
            <a:r>
              <a:rPr lang="en-ID" sz="2000" dirty="0"/>
              <a:t> </a:t>
            </a:r>
            <a:r>
              <a:rPr lang="en-ID" sz="2000" dirty="0" err="1"/>
              <a:t>mencetak</a:t>
            </a:r>
            <a:r>
              <a:rPr lang="en-ID" sz="2000" dirty="0"/>
              <a:t> </a:t>
            </a:r>
            <a:r>
              <a:rPr lang="en-ID" sz="2000" dirty="0" err="1"/>
              <a:t>foto</a:t>
            </a:r>
            <a:r>
              <a:rPr lang="en-ID" sz="2000" dirty="0"/>
              <a:t>. </a:t>
            </a:r>
          </a:p>
          <a:p>
            <a:r>
              <a:rPr lang="en-ID" sz="2000" dirty="0"/>
              <a:t>Desain: </a:t>
            </a:r>
            <a:r>
              <a:rPr lang="en-ID" sz="2000" dirty="0" err="1"/>
              <a:t>Kamera</a:t>
            </a:r>
            <a:r>
              <a:rPr lang="en-ID" sz="2000" dirty="0"/>
              <a:t> </a:t>
            </a:r>
            <a:r>
              <a:rPr lang="en-ID" sz="2000" dirty="0" err="1"/>
              <a:t>instan</a:t>
            </a:r>
            <a:r>
              <a:rPr lang="en-ID" sz="2000" dirty="0"/>
              <a:t> </a:t>
            </a:r>
            <a:r>
              <a:rPr lang="en-ID" sz="2000" dirty="0" err="1"/>
              <a:t>seperti</a:t>
            </a:r>
            <a:r>
              <a:rPr lang="en-ID" sz="2000" dirty="0"/>
              <a:t> Fujifilm Instax Mini 8 </a:t>
            </a:r>
            <a:r>
              <a:rPr lang="en-ID" sz="2000" dirty="0" err="1"/>
              <a:t>memiliki</a:t>
            </a:r>
            <a:r>
              <a:rPr lang="en-ID" sz="2000" dirty="0"/>
              <a:t> </a:t>
            </a:r>
            <a:r>
              <a:rPr lang="en-ID" sz="2000" dirty="0" err="1"/>
              <a:t>desain</a:t>
            </a:r>
            <a:r>
              <a:rPr lang="en-ID" sz="2000" dirty="0"/>
              <a:t> </a:t>
            </a:r>
            <a:r>
              <a:rPr lang="en-ID" sz="2000" dirty="0" err="1"/>
              <a:t>ergonomis</a:t>
            </a:r>
            <a:r>
              <a:rPr lang="en-ID" sz="2000" dirty="0"/>
              <a:t> </a:t>
            </a:r>
            <a:r>
              <a:rPr lang="en-ID" sz="2000" dirty="0" err="1"/>
              <a:t>dengan</a:t>
            </a:r>
            <a:r>
              <a:rPr lang="en-ID" sz="2000" dirty="0"/>
              <a:t> </a:t>
            </a:r>
            <a:r>
              <a:rPr lang="en-ID" sz="2000" dirty="0" err="1"/>
              <a:t>bodi</a:t>
            </a:r>
            <a:r>
              <a:rPr lang="en-ID" sz="2000" dirty="0"/>
              <a:t> yang </a:t>
            </a:r>
            <a:r>
              <a:rPr lang="en-ID" sz="2000" dirty="0" err="1"/>
              <a:t>ringan</a:t>
            </a:r>
            <a:r>
              <a:rPr lang="en-ID" sz="2000" dirty="0"/>
              <a:t> dan </a:t>
            </a:r>
            <a:r>
              <a:rPr lang="en-ID" sz="2000" dirty="0" err="1"/>
              <a:t>nyaman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dibawa</a:t>
            </a:r>
            <a:r>
              <a:rPr lang="en-ID" sz="2000" dirty="0"/>
              <a:t>.</a:t>
            </a:r>
          </a:p>
          <a:p>
            <a:r>
              <a:rPr lang="en-ID" sz="2000" dirty="0"/>
              <a:t>Filter: </a:t>
            </a:r>
            <a:r>
              <a:rPr lang="en-ID" sz="2000" dirty="0" err="1"/>
              <a:t>Kamera</a:t>
            </a:r>
            <a:r>
              <a:rPr lang="en-ID" sz="2000" dirty="0"/>
              <a:t> Instax SQ20 </a:t>
            </a:r>
            <a:r>
              <a:rPr lang="en-ID" sz="2000" dirty="0" err="1"/>
              <a:t>memiliki</a:t>
            </a:r>
            <a:r>
              <a:rPr lang="en-ID" sz="2000" dirty="0"/>
              <a:t> filter yang </a:t>
            </a:r>
            <a:r>
              <a:rPr lang="en-ID" sz="2000" dirty="0" err="1"/>
              <a:t>dapat</a:t>
            </a:r>
            <a:r>
              <a:rPr lang="en-ID" sz="2000" dirty="0"/>
              <a:t> </a:t>
            </a:r>
            <a:r>
              <a:rPr lang="en-ID" sz="2000" dirty="0" err="1"/>
              <a:t>menciptakan</a:t>
            </a:r>
            <a:r>
              <a:rPr lang="en-ID" sz="2000" dirty="0"/>
              <a:t> </a:t>
            </a:r>
            <a:r>
              <a:rPr lang="en-ID" sz="2000" dirty="0" err="1"/>
              <a:t>gambar</a:t>
            </a:r>
            <a:r>
              <a:rPr lang="en-ID" sz="2000" dirty="0"/>
              <a:t> dramatis dan </a:t>
            </a:r>
            <a:r>
              <a:rPr lang="en-ID" sz="2000" dirty="0" err="1"/>
              <a:t>artistik</a:t>
            </a:r>
            <a:r>
              <a:rPr lang="en-ID" sz="2000" dirty="0"/>
              <a:t>. </a:t>
            </a:r>
          </a:p>
          <a:p>
            <a:r>
              <a:rPr lang="en-ID" sz="2000" dirty="0" err="1"/>
              <a:t>Kemudahan</a:t>
            </a:r>
            <a:r>
              <a:rPr lang="en-ID" sz="2000" dirty="0"/>
              <a:t> </a:t>
            </a:r>
            <a:r>
              <a:rPr lang="en-ID" sz="2000" dirty="0" err="1"/>
              <a:t>penggunaan</a:t>
            </a:r>
            <a:r>
              <a:rPr lang="en-ID" sz="2000" dirty="0"/>
              <a:t>: </a:t>
            </a:r>
            <a:r>
              <a:rPr lang="en-ID" sz="2000" dirty="0" err="1"/>
              <a:t>Kamera</a:t>
            </a:r>
            <a:r>
              <a:rPr lang="en-ID" sz="2000" dirty="0"/>
              <a:t> Instax Mini 12 </a:t>
            </a:r>
            <a:r>
              <a:rPr lang="en-ID" sz="2000" dirty="0" err="1"/>
              <a:t>sangat</a:t>
            </a:r>
            <a:r>
              <a:rPr lang="en-ID" sz="2000" dirty="0"/>
              <a:t> </a:t>
            </a:r>
            <a:r>
              <a:rPr lang="en-ID" sz="2000" dirty="0" err="1"/>
              <a:t>mudah</a:t>
            </a:r>
            <a:r>
              <a:rPr lang="en-ID" sz="2000" dirty="0"/>
              <a:t> </a:t>
            </a:r>
            <a:r>
              <a:rPr lang="en-ID" sz="2000" dirty="0" err="1"/>
              <a:t>digunakan</a:t>
            </a:r>
            <a:r>
              <a:rPr lang="en-ID" sz="2000" dirty="0"/>
              <a:t>, </a:t>
            </a:r>
            <a:r>
              <a:rPr lang="en-ID" sz="2000" dirty="0" err="1"/>
              <a:t>bahkan</a:t>
            </a:r>
            <a:r>
              <a:rPr lang="en-ID" sz="2000" dirty="0"/>
              <a:t> </a:t>
            </a:r>
            <a:r>
              <a:rPr lang="en-ID" sz="2000" dirty="0" err="1"/>
              <a:t>bagi</a:t>
            </a:r>
            <a:r>
              <a:rPr lang="en-ID" sz="2000" dirty="0"/>
              <a:t> </a:t>
            </a:r>
            <a:r>
              <a:rPr lang="en-ID" sz="2000" dirty="0" err="1"/>
              <a:t>pemula</a:t>
            </a:r>
            <a:r>
              <a:rPr lang="en-ID" sz="2000" dirty="0"/>
              <a:t>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C35092-6ACB-4578-A56E-86AE2C7727CE}"/>
              </a:ext>
            </a:extLst>
          </p:cNvPr>
          <p:cNvSpPr txBox="1"/>
          <p:nvPr/>
        </p:nvSpPr>
        <p:spPr>
          <a:xfrm>
            <a:off x="5711690" y="1226435"/>
            <a:ext cx="576469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sz="2000" dirty="0" err="1"/>
              <a:t>Kekurangan</a:t>
            </a:r>
            <a:endParaRPr lang="en-ID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sz="2000" dirty="0"/>
              <a:t> </a:t>
            </a:r>
            <a:r>
              <a:rPr lang="en-ID" sz="2000" dirty="0" err="1"/>
              <a:t>Kualitas</a:t>
            </a:r>
            <a:r>
              <a:rPr lang="en-ID" sz="2000" dirty="0"/>
              <a:t> </a:t>
            </a:r>
            <a:r>
              <a:rPr lang="en-ID" sz="2000" dirty="0" err="1"/>
              <a:t>gambar</a:t>
            </a:r>
            <a:r>
              <a:rPr lang="en-ID" sz="2000" dirty="0"/>
              <a:t>: </a:t>
            </a:r>
            <a:r>
              <a:rPr lang="en-ID" sz="2000" dirty="0" err="1"/>
              <a:t>Kualitas</a:t>
            </a:r>
            <a:r>
              <a:rPr lang="en-ID" sz="2000" dirty="0"/>
              <a:t> </a:t>
            </a:r>
            <a:r>
              <a:rPr lang="en-ID" sz="2000" dirty="0" err="1"/>
              <a:t>gambar</a:t>
            </a:r>
            <a:r>
              <a:rPr lang="en-ID" sz="2000" dirty="0"/>
              <a:t> </a:t>
            </a:r>
            <a:r>
              <a:rPr lang="en-ID" sz="2000" dirty="0" err="1"/>
              <a:t>kamera</a:t>
            </a:r>
            <a:r>
              <a:rPr lang="en-ID" sz="2000" dirty="0"/>
              <a:t> </a:t>
            </a:r>
            <a:r>
              <a:rPr lang="en-ID" sz="2000" dirty="0" err="1"/>
              <a:t>instan</a:t>
            </a:r>
            <a:r>
              <a:rPr lang="en-ID" sz="2000" dirty="0"/>
              <a:t> </a:t>
            </a:r>
            <a:r>
              <a:rPr lang="en-ID" sz="2000" dirty="0" err="1"/>
              <a:t>biasanya</a:t>
            </a:r>
            <a:r>
              <a:rPr lang="en-ID" sz="2000" dirty="0"/>
              <a:t> </a:t>
            </a:r>
            <a:r>
              <a:rPr lang="en-ID" sz="2000" dirty="0" err="1"/>
              <a:t>tidak</a:t>
            </a:r>
            <a:r>
              <a:rPr lang="en-ID" sz="2000" dirty="0"/>
              <a:t> </a:t>
            </a:r>
            <a:r>
              <a:rPr lang="en-ID" sz="2000" dirty="0" err="1"/>
              <a:t>sebaik</a:t>
            </a:r>
            <a:r>
              <a:rPr lang="en-ID" sz="2000" dirty="0"/>
              <a:t> </a:t>
            </a:r>
            <a:r>
              <a:rPr lang="en-ID" sz="2000" dirty="0" err="1"/>
              <a:t>kamera</a:t>
            </a:r>
            <a:r>
              <a:rPr lang="en-ID" sz="2000" dirty="0"/>
              <a:t> digital modern.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sz="2000" dirty="0"/>
              <a:t> Film </a:t>
            </a:r>
            <a:r>
              <a:rPr lang="en-ID" sz="2000" dirty="0" err="1"/>
              <a:t>instan</a:t>
            </a:r>
            <a:r>
              <a:rPr lang="en-ID" sz="2000" dirty="0"/>
              <a:t>: Film </a:t>
            </a:r>
            <a:r>
              <a:rPr lang="en-ID" sz="2000" dirty="0" err="1"/>
              <a:t>instan</a:t>
            </a:r>
            <a:r>
              <a:rPr lang="en-ID" sz="2000" dirty="0"/>
              <a:t> </a:t>
            </a:r>
            <a:r>
              <a:rPr lang="en-ID" sz="2000" dirty="0" err="1"/>
              <a:t>cukup</a:t>
            </a:r>
            <a:r>
              <a:rPr lang="en-ID" sz="2000" dirty="0"/>
              <a:t> mahal dan </a:t>
            </a:r>
            <a:r>
              <a:rPr lang="en-ID" sz="2000" dirty="0" err="1"/>
              <a:t>hanya</a:t>
            </a:r>
            <a:r>
              <a:rPr lang="en-ID" sz="2000" dirty="0"/>
              <a:t> </a:t>
            </a:r>
            <a:r>
              <a:rPr lang="en-ID" sz="2000" dirty="0" err="1"/>
              <a:t>menyediakan</a:t>
            </a:r>
            <a:r>
              <a:rPr lang="en-ID" sz="2000" dirty="0"/>
              <a:t> </a:t>
            </a:r>
            <a:r>
              <a:rPr lang="en-ID" sz="2000" dirty="0" err="1"/>
              <a:t>beberapa</a:t>
            </a:r>
            <a:r>
              <a:rPr lang="en-ID" sz="2000" dirty="0"/>
              <a:t> </a:t>
            </a:r>
            <a:r>
              <a:rPr lang="en-ID" sz="2000" dirty="0" err="1"/>
              <a:t>cetakan</a:t>
            </a:r>
            <a:r>
              <a:rPr lang="en-ID" sz="2000" dirty="0"/>
              <a:t> per </a:t>
            </a:r>
            <a:r>
              <a:rPr lang="en-ID" sz="2000" dirty="0" err="1"/>
              <a:t>rol</a:t>
            </a:r>
            <a:r>
              <a:rPr lang="en-ID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sz="2000" dirty="0"/>
              <a:t> </a:t>
            </a:r>
            <a:r>
              <a:rPr lang="en-ID" sz="2000" dirty="0" err="1"/>
              <a:t>Kertas</a:t>
            </a:r>
            <a:r>
              <a:rPr lang="en-ID" sz="2000" dirty="0"/>
              <a:t> </a:t>
            </a:r>
            <a:r>
              <a:rPr lang="en-ID" sz="2000" dirty="0" err="1"/>
              <a:t>foto</a:t>
            </a:r>
            <a:r>
              <a:rPr lang="en-ID" sz="2000" dirty="0"/>
              <a:t>: </a:t>
            </a:r>
            <a:r>
              <a:rPr lang="en-ID" sz="2000" dirty="0" err="1"/>
              <a:t>Kamera</a:t>
            </a:r>
            <a:r>
              <a:rPr lang="en-ID" sz="2000" dirty="0"/>
              <a:t> polaroid </a:t>
            </a:r>
            <a:r>
              <a:rPr lang="en-ID" sz="2000" dirty="0" err="1"/>
              <a:t>memerlukan</a:t>
            </a:r>
            <a:r>
              <a:rPr lang="en-ID" sz="2000" dirty="0"/>
              <a:t> refill </a:t>
            </a:r>
            <a:r>
              <a:rPr lang="en-ID" sz="2000" dirty="0" err="1"/>
              <a:t>kertas</a:t>
            </a:r>
            <a:r>
              <a:rPr lang="en-ID" sz="2000" dirty="0"/>
              <a:t> </a:t>
            </a:r>
            <a:r>
              <a:rPr lang="en-ID" sz="2000" dirty="0" err="1"/>
              <a:t>foto</a:t>
            </a:r>
            <a:r>
              <a:rPr lang="en-ID" sz="2000" dirty="0"/>
              <a:t>, yang juga </a:t>
            </a:r>
            <a:r>
              <a:rPr lang="en-ID" sz="2000" dirty="0" err="1"/>
              <a:t>cukup</a:t>
            </a:r>
            <a:r>
              <a:rPr lang="en-ID" sz="2000" dirty="0"/>
              <a:t> mahal.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sz="2000" dirty="0" err="1"/>
              <a:t>Cahaya</a:t>
            </a:r>
            <a:r>
              <a:rPr lang="en-ID" sz="2000" dirty="0"/>
              <a:t> </a:t>
            </a:r>
            <a:r>
              <a:rPr lang="en-ID" sz="2000" dirty="0" err="1"/>
              <a:t>rendah</a:t>
            </a:r>
            <a:r>
              <a:rPr lang="en-ID" sz="2000" dirty="0"/>
              <a:t>: Kinerja </a:t>
            </a:r>
            <a:r>
              <a:rPr lang="en-ID" sz="2000" dirty="0" err="1"/>
              <a:t>kamera</a:t>
            </a:r>
            <a:r>
              <a:rPr lang="en-ID" sz="2000" dirty="0"/>
              <a:t> polaroid </a:t>
            </a:r>
            <a:r>
              <a:rPr lang="en-ID" sz="2000" dirty="0" err="1"/>
              <a:t>kurang</a:t>
            </a:r>
            <a:r>
              <a:rPr lang="en-ID" sz="2000" dirty="0"/>
              <a:t> </a:t>
            </a:r>
            <a:r>
              <a:rPr lang="en-ID" sz="2000" dirty="0" err="1"/>
              <a:t>bagus</a:t>
            </a:r>
            <a:r>
              <a:rPr lang="en-ID" sz="2000" dirty="0"/>
              <a:t> pada </a:t>
            </a:r>
            <a:r>
              <a:rPr lang="en-ID" sz="2000" dirty="0" err="1"/>
              <a:t>keadaan</a:t>
            </a:r>
            <a:r>
              <a:rPr lang="en-ID" sz="2000" dirty="0"/>
              <a:t> minim </a:t>
            </a:r>
            <a:r>
              <a:rPr lang="en-ID" sz="2000" dirty="0" err="1"/>
              <a:t>cahaya</a:t>
            </a:r>
            <a:r>
              <a:rPr lang="en-ID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775227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D99CA-D41D-47F4-8F12-9467ECE5C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39315"/>
            <a:ext cx="10820400" cy="1293028"/>
          </a:xfrm>
        </p:spPr>
        <p:txBody>
          <a:bodyPr/>
          <a:lstStyle/>
          <a:p>
            <a:pPr algn="l"/>
            <a:r>
              <a:rPr lang="en-ID" b="1" dirty="0"/>
              <a:t>Prosumer Camera/Bridge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9A3ED-1299-4C31-9AC9-6398724F2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5410200" cy="4024125"/>
          </a:xfrm>
        </p:spPr>
        <p:txBody>
          <a:bodyPr/>
          <a:lstStyle/>
          <a:p>
            <a:pPr marL="0" indent="0">
              <a:buNone/>
            </a:pPr>
            <a:r>
              <a:rPr lang="en-ID" dirty="0" err="1"/>
              <a:t>Kamera</a:t>
            </a:r>
            <a:r>
              <a:rPr lang="en-ID" dirty="0"/>
              <a:t> bridge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kamera</a:t>
            </a:r>
            <a:r>
              <a:rPr lang="en-ID" dirty="0"/>
              <a:t> digital yang "</a:t>
            </a:r>
            <a:r>
              <a:rPr lang="en-ID" dirty="0" err="1"/>
              <a:t>menjembatani</a:t>
            </a:r>
            <a:r>
              <a:rPr lang="en-ID" dirty="0"/>
              <a:t>" </a:t>
            </a:r>
            <a:r>
              <a:rPr lang="en-ID" dirty="0" err="1"/>
              <a:t>kesenjangan</a:t>
            </a:r>
            <a:r>
              <a:rPr lang="en-ID" dirty="0"/>
              <a:t> </a:t>
            </a:r>
            <a:r>
              <a:rPr lang="en-ID" dirty="0" err="1"/>
              <a:t>antara</a:t>
            </a:r>
            <a:r>
              <a:rPr lang="en-ID" dirty="0"/>
              <a:t> </a:t>
            </a:r>
            <a:r>
              <a:rPr lang="en-ID" dirty="0" err="1"/>
              <a:t>kamera</a:t>
            </a:r>
            <a:r>
              <a:rPr lang="en-ID" dirty="0"/>
              <a:t> </a:t>
            </a:r>
            <a:r>
              <a:rPr lang="en-ID" dirty="0" err="1"/>
              <a:t>saku</a:t>
            </a:r>
            <a:r>
              <a:rPr lang="en-ID" dirty="0"/>
              <a:t> dan </a:t>
            </a:r>
            <a:r>
              <a:rPr lang="en-ID" dirty="0" err="1"/>
              <a:t>kamera</a:t>
            </a:r>
            <a:r>
              <a:rPr lang="en-ID" dirty="0"/>
              <a:t> DSLR, </a:t>
            </a:r>
            <a:r>
              <a:rPr lang="en-ID" dirty="0" err="1"/>
              <a:t>baik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hal</a:t>
            </a:r>
            <a:r>
              <a:rPr lang="en-ID" dirty="0"/>
              <a:t> </a:t>
            </a:r>
            <a:r>
              <a:rPr lang="en-ID" dirty="0" err="1"/>
              <a:t>harga</a:t>
            </a:r>
            <a:r>
              <a:rPr lang="en-ID" dirty="0"/>
              <a:t> </a:t>
            </a:r>
            <a:r>
              <a:rPr lang="en-ID" dirty="0" err="1"/>
              <a:t>maupun</a:t>
            </a:r>
            <a:r>
              <a:rPr lang="en-ID" dirty="0"/>
              <a:t> </a:t>
            </a:r>
            <a:r>
              <a:rPr lang="en-ID" dirty="0" err="1"/>
              <a:t>kemampuan</a:t>
            </a:r>
            <a:r>
              <a:rPr lang="en-ID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EC49F9-0198-4A01-A0C8-DE3BB3F2D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494" y="2505075"/>
            <a:ext cx="4334069" cy="3246368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121613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B525A-DD37-4FE4-9442-89E09A726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pPr algn="l"/>
            <a:r>
              <a:rPr lang="fi-FI" b="1" dirty="0"/>
              <a:t>Kelebihan dan kelemahan kamera bridge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D76A4-721E-4273-B8CE-2394008CF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7967870" cy="4024125"/>
          </a:xfrm>
        </p:spPr>
        <p:txBody>
          <a:bodyPr>
            <a:normAutofit lnSpcReduction="10000"/>
          </a:bodyPr>
          <a:lstStyle/>
          <a:p>
            <a:r>
              <a:rPr lang="en-ID" dirty="0" err="1"/>
              <a:t>Kelebihannya</a:t>
            </a:r>
            <a:r>
              <a:rPr lang="en-ID" dirty="0"/>
              <a:t>:</a:t>
            </a:r>
          </a:p>
          <a:p>
            <a:r>
              <a:rPr lang="en-ID" dirty="0"/>
              <a:t>1.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kemampuan</a:t>
            </a:r>
            <a:r>
              <a:rPr lang="en-ID" dirty="0"/>
              <a:t> ultra zoom yang </a:t>
            </a:r>
            <a:r>
              <a:rPr lang="en-ID" dirty="0" err="1"/>
              <a:t>hebat</a:t>
            </a:r>
            <a:endParaRPr lang="en-ID" dirty="0"/>
          </a:p>
          <a:p>
            <a:r>
              <a:rPr lang="en-ID" dirty="0"/>
              <a:t>2. </a:t>
            </a:r>
            <a:r>
              <a:rPr lang="en-ID" dirty="0" err="1"/>
              <a:t>Ukuran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kecil</a:t>
            </a:r>
            <a:r>
              <a:rPr lang="en-ID" dirty="0"/>
              <a:t> dan </a:t>
            </a:r>
            <a:r>
              <a:rPr lang="en-ID" dirty="0" err="1"/>
              <a:t>ringan</a:t>
            </a:r>
            <a:r>
              <a:rPr lang="en-ID" dirty="0"/>
              <a:t> </a:t>
            </a:r>
            <a:r>
              <a:rPr lang="en-ID" dirty="0" err="1"/>
              <a:t>dibanding</a:t>
            </a:r>
            <a:r>
              <a:rPr lang="en-ID" dirty="0"/>
              <a:t> </a:t>
            </a:r>
            <a:r>
              <a:rPr lang="en-ID" dirty="0" err="1"/>
              <a:t>kamera</a:t>
            </a:r>
            <a:r>
              <a:rPr lang="en-ID" dirty="0"/>
              <a:t> DSLR</a:t>
            </a:r>
          </a:p>
          <a:p>
            <a:r>
              <a:rPr lang="en-ID" dirty="0"/>
              <a:t>3. Fitur </a:t>
            </a:r>
            <a:r>
              <a:rPr lang="en-ID" dirty="0" err="1"/>
              <a:t>mirip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kamera</a:t>
            </a:r>
            <a:r>
              <a:rPr lang="en-ID" dirty="0"/>
              <a:t> DSLR</a:t>
            </a:r>
          </a:p>
          <a:p>
            <a:r>
              <a:rPr lang="en-ID" dirty="0"/>
              <a:t>4. </a:t>
            </a:r>
            <a:r>
              <a:rPr lang="en-ID" dirty="0" err="1"/>
              <a:t>Cocok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pada macro photography</a:t>
            </a:r>
          </a:p>
          <a:p>
            <a:r>
              <a:rPr lang="en-ID" dirty="0" err="1"/>
              <a:t>Kekurangannya</a:t>
            </a:r>
            <a:r>
              <a:rPr lang="en-ID" dirty="0"/>
              <a:t>:</a:t>
            </a:r>
          </a:p>
          <a:p>
            <a:r>
              <a:rPr lang="en-ID" dirty="0"/>
              <a:t>1. </a:t>
            </a:r>
            <a:r>
              <a:rPr lang="en-ID" dirty="0" err="1"/>
              <a:t>Memiliki</a:t>
            </a:r>
            <a:r>
              <a:rPr lang="en-ID" dirty="0"/>
              <a:t> sensor yang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kecil</a:t>
            </a:r>
            <a:r>
              <a:rPr lang="en-ID" dirty="0"/>
              <a:t> </a:t>
            </a:r>
            <a:r>
              <a:rPr lang="en-ID" dirty="0" err="1"/>
              <a:t>dibanding</a:t>
            </a:r>
            <a:r>
              <a:rPr lang="en-ID" dirty="0"/>
              <a:t> DSLR</a:t>
            </a:r>
          </a:p>
          <a:p>
            <a:r>
              <a:rPr lang="en-ID" dirty="0"/>
              <a:t>2. </a:t>
            </a:r>
            <a:r>
              <a:rPr lang="en-ID" dirty="0" err="1"/>
              <a:t>Kualitas</a:t>
            </a:r>
            <a:r>
              <a:rPr lang="en-ID" dirty="0"/>
              <a:t> </a:t>
            </a:r>
            <a:r>
              <a:rPr lang="en-ID" dirty="0" err="1"/>
              <a:t>hasil</a:t>
            </a:r>
            <a:r>
              <a:rPr lang="en-ID" dirty="0"/>
              <a:t> </a:t>
            </a:r>
            <a:r>
              <a:rPr lang="en-ID" dirty="0" err="1"/>
              <a:t>foto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sebaik</a:t>
            </a:r>
            <a:r>
              <a:rPr lang="en-ID" dirty="0"/>
              <a:t> </a:t>
            </a:r>
            <a:r>
              <a:rPr lang="en-ID" dirty="0" err="1"/>
              <a:t>kamera</a:t>
            </a:r>
            <a:r>
              <a:rPr lang="en-ID" dirty="0"/>
              <a:t> DSLR</a:t>
            </a:r>
          </a:p>
          <a:p>
            <a:r>
              <a:rPr lang="en-ID" dirty="0"/>
              <a:t>3. </a:t>
            </a:r>
            <a:r>
              <a:rPr lang="en-ID" dirty="0" err="1"/>
              <a:t>Kecepatan</a:t>
            </a:r>
            <a:r>
              <a:rPr lang="en-ID" dirty="0"/>
              <a:t> auto focus </a:t>
            </a:r>
            <a:r>
              <a:rPr lang="en-ID" dirty="0" err="1"/>
              <a:t>lambat</a:t>
            </a:r>
            <a:endParaRPr lang="en-ID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6128050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323F5-A4C7-4BF6-9343-7F0C3A34F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pPr algn="l"/>
            <a:r>
              <a:rPr lang="en-ID" b="1" dirty="0"/>
              <a:t>Action Camera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1374B-948F-4465-BDDC-CE8246997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5171661" cy="4024125"/>
          </a:xfrm>
        </p:spPr>
        <p:txBody>
          <a:bodyPr/>
          <a:lstStyle/>
          <a:p>
            <a:r>
              <a:rPr lang="en-ID" dirty="0" err="1"/>
              <a:t>Kamera</a:t>
            </a:r>
            <a:r>
              <a:rPr lang="en-ID" dirty="0"/>
              <a:t> </a:t>
            </a:r>
            <a:r>
              <a:rPr lang="en-ID" dirty="0" err="1"/>
              <a:t>aksi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action-cam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kamera</a:t>
            </a:r>
            <a:r>
              <a:rPr lang="en-ID" dirty="0"/>
              <a:t> digital yang </a:t>
            </a:r>
            <a:r>
              <a:rPr lang="en-ID" dirty="0" err="1"/>
              <a:t>dirancang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merekam</a:t>
            </a:r>
            <a:r>
              <a:rPr lang="en-ID" dirty="0"/>
              <a:t> </a:t>
            </a:r>
            <a:r>
              <a:rPr lang="en-ID" dirty="0" err="1"/>
              <a:t>aksi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kegiatan</a:t>
            </a:r>
            <a:r>
              <a:rPr lang="en-ID" dirty="0"/>
              <a:t> di </a:t>
            </a:r>
            <a:r>
              <a:rPr lang="en-ID" dirty="0" err="1"/>
              <a:t>luar</a:t>
            </a:r>
            <a:r>
              <a:rPr lang="en-ID" dirty="0"/>
              <a:t> </a:t>
            </a:r>
            <a:r>
              <a:rPr lang="en-ID" dirty="0" err="1"/>
              <a:t>ruangan</a:t>
            </a:r>
            <a:r>
              <a:rPr lang="en-ID" dirty="0"/>
              <a:t>, </a:t>
            </a:r>
            <a:r>
              <a:rPr lang="en-ID" dirty="0" err="1"/>
              <a:t>olahraga</a:t>
            </a:r>
            <a:r>
              <a:rPr lang="en-ID" dirty="0"/>
              <a:t>, dan </a:t>
            </a:r>
            <a:r>
              <a:rPr lang="en-ID" dirty="0" err="1"/>
              <a:t>kegiatan</a:t>
            </a:r>
            <a:r>
              <a:rPr lang="en-ID" dirty="0"/>
              <a:t> yang </a:t>
            </a:r>
            <a:r>
              <a:rPr lang="en-ID" dirty="0" err="1"/>
              <a:t>bersifat</a:t>
            </a:r>
            <a:r>
              <a:rPr lang="en-ID" dirty="0"/>
              <a:t> </a:t>
            </a:r>
            <a:r>
              <a:rPr lang="en-ID" dirty="0" err="1"/>
              <a:t>ekstrem</a:t>
            </a:r>
            <a:r>
              <a:rPr lang="en-ID" dirty="0"/>
              <a:t> </a:t>
            </a:r>
            <a:r>
              <a:rPr lang="en-ID" dirty="0" err="1"/>
              <a:t>lainnya</a:t>
            </a:r>
            <a:r>
              <a:rPr lang="en-ID" dirty="0"/>
              <a:t>. </a:t>
            </a:r>
            <a:r>
              <a:rPr lang="en-ID" dirty="0" err="1"/>
              <a:t>Kamera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mampu</a:t>
            </a:r>
            <a:r>
              <a:rPr lang="en-ID" dirty="0"/>
              <a:t> </a:t>
            </a:r>
            <a:r>
              <a:rPr lang="en-ID" dirty="0" err="1"/>
              <a:t>merekam</a:t>
            </a:r>
            <a:r>
              <a:rPr lang="en-ID" dirty="0"/>
              <a:t> </a:t>
            </a:r>
            <a:r>
              <a:rPr lang="en-ID" dirty="0" err="1"/>
              <a:t>foto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video </a:t>
            </a:r>
            <a:r>
              <a:rPr lang="en-ID" dirty="0" err="1"/>
              <a:t>kegiatan</a:t>
            </a:r>
            <a:r>
              <a:rPr lang="en-ID" dirty="0"/>
              <a:t> </a:t>
            </a:r>
            <a:r>
              <a:rPr lang="en-ID" dirty="0" err="1"/>
              <a:t>ektrem</a:t>
            </a:r>
            <a:r>
              <a:rPr lang="en-ID" dirty="0"/>
              <a:t> yang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dilakukan</a:t>
            </a:r>
            <a:r>
              <a:rPr lang="en-ID" dirty="0"/>
              <a:t> oleh </a:t>
            </a:r>
            <a:r>
              <a:rPr lang="en-ID" dirty="0" err="1"/>
              <a:t>kamera</a:t>
            </a:r>
            <a:r>
              <a:rPr lang="en-ID" dirty="0"/>
              <a:t> </a:t>
            </a:r>
            <a:r>
              <a:rPr lang="en-ID" dirty="0" err="1"/>
              <a:t>biasa</a:t>
            </a:r>
            <a:r>
              <a:rPr lang="en-ID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4F2FE4-1C56-41C7-9F67-28047EC483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6819" y="1945698"/>
            <a:ext cx="4147929" cy="4147929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20059840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317F5-8F12-42DE-9CEB-DCD2C2D4A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pPr algn="l"/>
            <a:r>
              <a:rPr lang="en-ID" b="1" dirty="0" err="1"/>
              <a:t>Kelebihan</a:t>
            </a:r>
            <a:r>
              <a:rPr lang="en-ID" b="1" dirty="0"/>
              <a:t> dan </a:t>
            </a:r>
            <a:r>
              <a:rPr lang="en-ID" b="1" dirty="0" err="1"/>
              <a:t>kekurangan</a:t>
            </a:r>
            <a:r>
              <a:rPr lang="en-ID" b="1" dirty="0"/>
              <a:t> Action camera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91F6B-430B-4D5F-B486-036482E66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34817"/>
            <a:ext cx="7292009" cy="4585253"/>
          </a:xfrm>
        </p:spPr>
        <p:txBody>
          <a:bodyPr>
            <a:normAutofit fontScale="85000" lnSpcReduction="20000"/>
          </a:bodyPr>
          <a:lstStyle/>
          <a:p>
            <a:r>
              <a:rPr lang="en-ID" dirty="0" err="1"/>
              <a:t>Kelebihannya</a:t>
            </a:r>
            <a:r>
              <a:rPr lang="en-ID" dirty="0"/>
              <a:t> :</a:t>
            </a:r>
          </a:p>
          <a:p>
            <a:pPr marL="0" indent="0">
              <a:buNone/>
            </a:pPr>
            <a:r>
              <a:rPr lang="en-ID" dirty="0"/>
              <a:t>1. Mampu </a:t>
            </a:r>
            <a:r>
              <a:rPr lang="en-ID" dirty="0" err="1"/>
              <a:t>menghasilkan</a:t>
            </a:r>
            <a:r>
              <a:rPr lang="en-ID" dirty="0"/>
              <a:t> </a:t>
            </a:r>
            <a:r>
              <a:rPr lang="en-ID" dirty="0" err="1"/>
              <a:t>kualitas</a:t>
            </a:r>
            <a:r>
              <a:rPr lang="en-ID" dirty="0"/>
              <a:t> </a:t>
            </a:r>
            <a:r>
              <a:rPr lang="en-ID" dirty="0" err="1"/>
              <a:t>gambar</a:t>
            </a:r>
            <a:r>
              <a:rPr lang="en-ID" dirty="0"/>
              <a:t> HD </a:t>
            </a:r>
            <a:r>
              <a:rPr lang="en-ID" dirty="0" err="1"/>
              <a:t>hingga</a:t>
            </a:r>
            <a:r>
              <a:rPr lang="en-ID" dirty="0"/>
              <a:t> Full HD</a:t>
            </a:r>
          </a:p>
          <a:p>
            <a:pPr marL="0" indent="0">
              <a:buNone/>
            </a:pPr>
            <a:r>
              <a:rPr lang="en-ID" dirty="0"/>
              <a:t>2. Model dan </a:t>
            </a:r>
            <a:r>
              <a:rPr lang="en-ID" dirty="0" err="1"/>
              <a:t>desain</a:t>
            </a:r>
            <a:r>
              <a:rPr lang="en-ID" dirty="0"/>
              <a:t> yang compact, </a:t>
            </a:r>
            <a:r>
              <a:rPr lang="en-ID" dirty="0" err="1"/>
              <a:t>ringkas</a:t>
            </a:r>
            <a:r>
              <a:rPr lang="en-ID" dirty="0"/>
              <a:t> dan portable</a:t>
            </a:r>
          </a:p>
          <a:p>
            <a:pPr marL="0" indent="0">
              <a:buNone/>
            </a:pPr>
            <a:r>
              <a:rPr lang="en-ID" dirty="0"/>
              <a:t>3. Harga </a:t>
            </a:r>
            <a:r>
              <a:rPr lang="en-ID" dirty="0" err="1"/>
              <a:t>terbilang</a:t>
            </a:r>
            <a:r>
              <a:rPr lang="en-ID" dirty="0"/>
              <a:t> </a:t>
            </a:r>
            <a:r>
              <a:rPr lang="en-ID" dirty="0" err="1"/>
              <a:t>murah</a:t>
            </a:r>
            <a:r>
              <a:rPr lang="en-ID" dirty="0"/>
              <a:t> dan </a:t>
            </a:r>
            <a:r>
              <a:rPr lang="en-ID" dirty="0" err="1"/>
              <a:t>sudah</a:t>
            </a:r>
            <a:r>
              <a:rPr lang="en-ID" dirty="0"/>
              <a:t> waterproof</a:t>
            </a:r>
          </a:p>
          <a:p>
            <a:pPr marL="0" indent="0">
              <a:buNone/>
            </a:pPr>
            <a:r>
              <a:rPr lang="en-ID" dirty="0"/>
              <a:t>4. </a:t>
            </a:r>
            <a:r>
              <a:rPr lang="en-ID" dirty="0" err="1"/>
              <a:t>Cocok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anda</a:t>
            </a:r>
            <a:r>
              <a:rPr lang="en-ID" dirty="0"/>
              <a:t> yang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mobilitas</a:t>
            </a:r>
            <a:r>
              <a:rPr lang="en-ID" dirty="0"/>
              <a:t> </a:t>
            </a:r>
            <a:r>
              <a:rPr lang="en-ID" dirty="0" err="1"/>
              <a:t>tinggi</a:t>
            </a:r>
            <a:endParaRPr lang="en-ID" dirty="0"/>
          </a:p>
          <a:p>
            <a:pPr marL="0" indent="0">
              <a:buNone/>
            </a:pPr>
            <a:r>
              <a:rPr lang="en-ID" dirty="0"/>
              <a:t>5.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dipasang</a:t>
            </a:r>
            <a:r>
              <a:rPr lang="en-ID" dirty="0"/>
              <a:t> </a:t>
            </a:r>
            <a:r>
              <a:rPr lang="en-ID" dirty="0" err="1"/>
              <a:t>memori</a:t>
            </a:r>
            <a:r>
              <a:rPr lang="en-ID" dirty="0"/>
              <a:t> </a:t>
            </a:r>
            <a:r>
              <a:rPr lang="en-ID" dirty="0" err="1"/>
              <a:t>eksternal</a:t>
            </a:r>
            <a:r>
              <a:rPr lang="en-ID" dirty="0"/>
              <a:t> </a:t>
            </a:r>
            <a:r>
              <a:rPr lang="en-ID" dirty="0" err="1"/>
              <a:t>hingga</a:t>
            </a:r>
            <a:r>
              <a:rPr lang="en-ID" dirty="0"/>
              <a:t> 32GB</a:t>
            </a:r>
          </a:p>
          <a:p>
            <a:r>
              <a:rPr lang="en-ID" dirty="0" err="1"/>
              <a:t>Kekurangannya</a:t>
            </a:r>
            <a:r>
              <a:rPr lang="en-ID" dirty="0"/>
              <a:t> :</a:t>
            </a:r>
          </a:p>
          <a:p>
            <a:pPr marL="0" indent="0">
              <a:buNone/>
            </a:pPr>
            <a:r>
              <a:rPr lang="en-ID" dirty="0"/>
              <a:t>1. </a:t>
            </a:r>
            <a:r>
              <a:rPr lang="en-ID" dirty="0" err="1"/>
              <a:t>Kualitas</a:t>
            </a:r>
            <a:r>
              <a:rPr lang="en-ID" dirty="0"/>
              <a:t> </a:t>
            </a:r>
            <a:r>
              <a:rPr lang="en-ID" dirty="0" err="1"/>
              <a:t>foto</a:t>
            </a:r>
            <a:r>
              <a:rPr lang="en-ID" dirty="0"/>
              <a:t> </a:t>
            </a:r>
            <a:r>
              <a:rPr lang="en-ID" dirty="0" err="1"/>
              <a:t>masih</a:t>
            </a:r>
            <a:r>
              <a:rPr lang="en-ID" dirty="0"/>
              <a:t> </a:t>
            </a:r>
            <a:r>
              <a:rPr lang="en-ID" dirty="0" err="1"/>
              <a:t>kurang</a:t>
            </a:r>
            <a:r>
              <a:rPr lang="en-ID" dirty="0"/>
              <a:t> </a:t>
            </a:r>
            <a:r>
              <a:rPr lang="en-ID" dirty="0" err="1"/>
              <a:t>bagus</a:t>
            </a:r>
            <a:r>
              <a:rPr lang="en-ID" dirty="0"/>
              <a:t> </a:t>
            </a:r>
            <a:r>
              <a:rPr lang="en-ID" dirty="0" err="1"/>
              <a:t>meski</a:t>
            </a:r>
            <a:r>
              <a:rPr lang="en-ID" dirty="0"/>
              <a:t>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berpiksel</a:t>
            </a:r>
            <a:r>
              <a:rPr lang="en-ID" dirty="0"/>
              <a:t> </a:t>
            </a:r>
            <a:r>
              <a:rPr lang="en-ID" dirty="0" err="1"/>
              <a:t>besar</a:t>
            </a:r>
            <a:endParaRPr lang="en-ID" dirty="0"/>
          </a:p>
          <a:p>
            <a:pPr marL="0" indent="0">
              <a:buNone/>
            </a:pPr>
            <a:r>
              <a:rPr lang="en-ID" dirty="0"/>
              <a:t>2. Hasil </a:t>
            </a:r>
            <a:r>
              <a:rPr lang="en-ID" dirty="0" err="1"/>
              <a:t>rekaman</a:t>
            </a:r>
            <a:r>
              <a:rPr lang="en-ID" dirty="0"/>
              <a:t> video </a:t>
            </a:r>
            <a:r>
              <a:rPr lang="en-ID" dirty="0" err="1"/>
              <a:t>berformat</a:t>
            </a:r>
            <a:r>
              <a:rPr lang="en-ID" dirty="0"/>
              <a:t> AVI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ukuran</a:t>
            </a:r>
            <a:r>
              <a:rPr lang="en-ID" dirty="0"/>
              <a:t> file </a:t>
            </a:r>
            <a:r>
              <a:rPr lang="en-ID" dirty="0" err="1"/>
              <a:t>cenderung</a:t>
            </a:r>
            <a:endParaRPr lang="en-ID" dirty="0"/>
          </a:p>
          <a:p>
            <a:pPr marL="0" indent="0">
              <a:buNone/>
            </a:pPr>
            <a:r>
              <a:rPr lang="en-ID" dirty="0" err="1"/>
              <a:t>besar</a:t>
            </a:r>
            <a:endParaRPr lang="en-ID" dirty="0"/>
          </a:p>
          <a:p>
            <a:pPr marL="0" indent="0">
              <a:buNone/>
            </a:pPr>
            <a:r>
              <a:rPr lang="en-ID" dirty="0"/>
              <a:t>3.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ada</a:t>
            </a:r>
            <a:r>
              <a:rPr lang="en-ID" dirty="0"/>
              <a:t> </a:t>
            </a:r>
            <a:r>
              <a:rPr lang="en-ID" dirty="0" err="1"/>
              <a:t>Wifinya</a:t>
            </a:r>
            <a:r>
              <a:rPr lang="en-ID" dirty="0"/>
              <a:t>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melepas</a:t>
            </a:r>
            <a:r>
              <a:rPr lang="en-ID" dirty="0"/>
              <a:t> </a:t>
            </a:r>
            <a:r>
              <a:rPr lang="en-ID" dirty="0" err="1"/>
              <a:t>kartu</a:t>
            </a:r>
            <a:r>
              <a:rPr lang="en-ID" dirty="0"/>
              <a:t> </a:t>
            </a:r>
            <a:r>
              <a:rPr lang="en-ID" dirty="0" err="1"/>
              <a:t>memori</a:t>
            </a:r>
            <a:r>
              <a:rPr lang="en-ID" dirty="0"/>
              <a:t> </a:t>
            </a:r>
            <a:r>
              <a:rPr lang="en-ID" dirty="0" err="1"/>
              <a:t>terlebih</a:t>
            </a:r>
            <a:r>
              <a:rPr lang="en-ID" dirty="0"/>
              <a:t> </a:t>
            </a:r>
            <a:r>
              <a:rPr lang="en-ID" dirty="0" err="1"/>
              <a:t>dulu</a:t>
            </a:r>
            <a:endParaRPr lang="en-ID" dirty="0"/>
          </a:p>
          <a:p>
            <a:pPr marL="0" indent="0">
              <a:buNone/>
            </a:pPr>
            <a:r>
              <a:rPr lang="en-ID" dirty="0" err="1"/>
              <a:t>kalau</a:t>
            </a:r>
            <a:r>
              <a:rPr lang="en-ID" dirty="0"/>
              <a:t> </a:t>
            </a:r>
            <a:r>
              <a:rPr lang="en-ID" dirty="0" err="1"/>
              <a:t>ingin</a:t>
            </a:r>
            <a:r>
              <a:rPr lang="en-ID" dirty="0"/>
              <a:t> </a:t>
            </a:r>
            <a:r>
              <a:rPr lang="en-ID" dirty="0" err="1"/>
              <a:t>memindahkan</a:t>
            </a:r>
            <a:r>
              <a:rPr lang="en-ID" dirty="0"/>
              <a:t> file</a:t>
            </a:r>
          </a:p>
          <a:p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39F395-8F9F-4802-AD6B-1A83DFDCC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6993" y="2450203"/>
            <a:ext cx="3009693" cy="3009693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20431716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9CC37-E4FF-41A1-BC63-3FE20C0E6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>
            <a:noAutofit/>
          </a:bodyPr>
          <a:lstStyle/>
          <a:p>
            <a:pPr algn="l"/>
            <a:r>
              <a:rPr lang="en-ID" sz="4400" b="1" dirty="0" err="1"/>
              <a:t>Kamera</a:t>
            </a:r>
            <a:r>
              <a:rPr lang="en-ID" sz="4400" b="1" dirty="0"/>
              <a:t> Medium Format</a:t>
            </a:r>
            <a:br>
              <a:rPr lang="en-ID" sz="4400" b="1" dirty="0"/>
            </a:br>
            <a:endParaRPr lang="en-ID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147EC-9912-4044-8E62-CEA5B2720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5768009" cy="4024125"/>
          </a:xfrm>
        </p:spPr>
        <p:txBody>
          <a:bodyPr/>
          <a:lstStyle/>
          <a:p>
            <a:r>
              <a:rPr lang="en-ID" dirty="0" err="1"/>
              <a:t>Kamera</a:t>
            </a:r>
            <a:r>
              <a:rPr lang="en-ID" dirty="0"/>
              <a:t> medium format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kamera</a:t>
            </a:r>
            <a:r>
              <a:rPr lang="en-ID" dirty="0"/>
              <a:t> yang </a:t>
            </a:r>
            <a:r>
              <a:rPr lang="en-ID" dirty="0" err="1"/>
              <a:t>menggunakan</a:t>
            </a:r>
            <a:r>
              <a:rPr lang="en-ID" dirty="0"/>
              <a:t> film 120 </a:t>
            </a:r>
            <a:r>
              <a:rPr lang="en-ID" dirty="0" err="1"/>
              <a:t>atau</a:t>
            </a:r>
            <a:r>
              <a:rPr lang="en-ID" dirty="0"/>
              <a:t> sensor </a:t>
            </a:r>
            <a:r>
              <a:rPr lang="en-ID" dirty="0" err="1"/>
              <a:t>gambar</a:t>
            </a:r>
            <a:r>
              <a:rPr lang="en-ID" dirty="0"/>
              <a:t> digital yang </a:t>
            </a:r>
            <a:r>
              <a:rPr lang="en-ID" dirty="0" err="1"/>
              <a:t>meniru</a:t>
            </a:r>
            <a:r>
              <a:rPr lang="en-ID" dirty="0"/>
              <a:t> </a:t>
            </a:r>
            <a:r>
              <a:rPr lang="en-ID" dirty="0" err="1"/>
              <a:t>ukuran</a:t>
            </a:r>
            <a:r>
              <a:rPr lang="en-ID" dirty="0"/>
              <a:t> film 120. Film 120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gulungan</a:t>
            </a:r>
            <a:r>
              <a:rPr lang="en-ID" dirty="0"/>
              <a:t> film yang </a:t>
            </a:r>
            <a:r>
              <a:rPr lang="en-ID" dirty="0" err="1"/>
              <a:t>lebarnya</a:t>
            </a:r>
            <a:r>
              <a:rPr lang="en-ID" dirty="0"/>
              <a:t> 61 mm dan </a:t>
            </a:r>
            <a:r>
              <a:rPr lang="en-ID" dirty="0" err="1"/>
              <a:t>menawarkan</a:t>
            </a:r>
            <a:r>
              <a:rPr lang="en-ID" dirty="0"/>
              <a:t> </a:t>
            </a:r>
            <a:r>
              <a:rPr lang="en-ID" dirty="0" err="1"/>
              <a:t>berbagai</a:t>
            </a:r>
            <a:r>
              <a:rPr lang="en-ID" dirty="0"/>
              <a:t> </a:t>
            </a:r>
            <a:r>
              <a:rPr lang="en-ID" dirty="0" err="1"/>
              <a:t>ukuran</a:t>
            </a:r>
            <a:r>
              <a:rPr lang="en-ID" dirty="0"/>
              <a:t> </a:t>
            </a:r>
            <a:r>
              <a:rPr lang="en-ID" dirty="0" err="1"/>
              <a:t>bingkai</a:t>
            </a:r>
            <a:r>
              <a:rPr lang="en-ID" dirty="0"/>
              <a:t>, </a:t>
            </a:r>
            <a:r>
              <a:rPr lang="en-ID" dirty="0" err="1"/>
              <a:t>seperti</a:t>
            </a:r>
            <a:r>
              <a:rPr lang="en-ID" dirty="0"/>
              <a:t> 6x4, 5 cm, 6x6 cm, 6x7 cm, dan 6x9 cm.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6EB299-F2F3-4F15-848D-ACF74CEAC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3809" y="3750136"/>
            <a:ext cx="4684712" cy="2632213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24048115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BEDFE-CBED-4F38-A124-B3A61DAE4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pPr algn="l"/>
            <a:r>
              <a:rPr lang="en-ID" b="1" dirty="0" err="1"/>
              <a:t>Kelebihan</a:t>
            </a:r>
            <a:r>
              <a:rPr lang="en-ID" b="1" dirty="0"/>
              <a:t> dan </a:t>
            </a:r>
            <a:r>
              <a:rPr lang="en-ID" b="1" dirty="0" err="1"/>
              <a:t>kekurangan</a:t>
            </a:r>
            <a:r>
              <a:rPr lang="en-ID" b="1" dirty="0"/>
              <a:t> </a:t>
            </a:r>
            <a:r>
              <a:rPr lang="en-ID" b="1" dirty="0" err="1"/>
              <a:t>kamera</a:t>
            </a:r>
            <a:r>
              <a:rPr lang="en-ID" b="1" dirty="0"/>
              <a:t> medium 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37991-2655-4227-8C8B-A2F37DA2C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7451035" cy="4024125"/>
          </a:xfrm>
        </p:spPr>
        <p:txBody>
          <a:bodyPr/>
          <a:lstStyle/>
          <a:p>
            <a:r>
              <a:rPr lang="en-ID" dirty="0" err="1"/>
              <a:t>Kelebihannya</a:t>
            </a:r>
            <a:r>
              <a:rPr lang="en-ID" dirty="0"/>
              <a:t> :</a:t>
            </a:r>
          </a:p>
          <a:p>
            <a:pPr marL="0" indent="0">
              <a:buNone/>
            </a:pPr>
            <a:r>
              <a:rPr lang="en-ID" dirty="0" err="1"/>
              <a:t>Kualitas</a:t>
            </a:r>
            <a:r>
              <a:rPr lang="en-ID" dirty="0"/>
              <a:t> </a:t>
            </a:r>
            <a:r>
              <a:rPr lang="en-ID" dirty="0" err="1"/>
              <a:t>foto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dicetak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ukuran</a:t>
            </a:r>
            <a:r>
              <a:rPr lang="en-ID" dirty="0"/>
              <a:t> </a:t>
            </a:r>
            <a:r>
              <a:rPr lang="en-ID" dirty="0" err="1"/>
              <a:t>besar</a:t>
            </a:r>
            <a:r>
              <a:rPr lang="en-ID" dirty="0"/>
              <a:t>, </a:t>
            </a:r>
            <a:r>
              <a:rPr lang="en-ID" dirty="0" err="1"/>
              <a:t>sehinggakebanyakan</a:t>
            </a:r>
            <a:r>
              <a:rPr lang="en-ID" dirty="0"/>
              <a:t> </a:t>
            </a:r>
            <a:r>
              <a:rPr lang="en-ID" dirty="0" err="1"/>
              <a:t>kamera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dipakai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tujuan</a:t>
            </a:r>
            <a:r>
              <a:rPr lang="en-ID" dirty="0"/>
              <a:t> </a:t>
            </a:r>
            <a:r>
              <a:rPr lang="en-ID" dirty="0" err="1"/>
              <a:t>komersil</a:t>
            </a:r>
            <a:r>
              <a:rPr lang="en-ID" dirty="0"/>
              <a:t> </a:t>
            </a:r>
            <a:r>
              <a:rPr lang="en-ID" dirty="0" err="1"/>
              <a:t>ataureproduksi</a:t>
            </a:r>
            <a:r>
              <a:rPr lang="en-ID" dirty="0"/>
              <a:t>.</a:t>
            </a:r>
          </a:p>
          <a:p>
            <a:r>
              <a:rPr lang="en-ID" dirty="0" err="1"/>
              <a:t>Kekurangannya</a:t>
            </a:r>
            <a:r>
              <a:rPr lang="en-ID" dirty="0"/>
              <a:t> :</a:t>
            </a:r>
          </a:p>
          <a:p>
            <a:pPr marL="0" indent="0">
              <a:buNone/>
            </a:pPr>
            <a:r>
              <a:rPr lang="en-ID" dirty="0"/>
              <a:t>1. Harga </a:t>
            </a:r>
            <a:r>
              <a:rPr lang="en-ID" dirty="0" err="1"/>
              <a:t>peralatan</a:t>
            </a:r>
            <a:r>
              <a:rPr lang="en-ID" dirty="0"/>
              <a:t> </a:t>
            </a:r>
            <a:r>
              <a:rPr lang="en-ID" dirty="0" err="1"/>
              <a:t>relatif</a:t>
            </a:r>
            <a:r>
              <a:rPr lang="en-ID" dirty="0"/>
              <a:t> mahal</a:t>
            </a:r>
          </a:p>
          <a:p>
            <a:pPr marL="0" indent="0">
              <a:buNone/>
            </a:pPr>
            <a:r>
              <a:rPr lang="en-ID" dirty="0"/>
              <a:t>2. </a:t>
            </a:r>
            <a:r>
              <a:rPr lang="en-ID" dirty="0" err="1"/>
              <a:t>Adanya</a:t>
            </a:r>
            <a:r>
              <a:rPr lang="en-ID" dirty="0"/>
              <a:t> </a:t>
            </a:r>
            <a:r>
              <a:rPr lang="en-ID" dirty="0" err="1"/>
              <a:t>keterbatasan</a:t>
            </a:r>
            <a:r>
              <a:rPr lang="en-ID" dirty="0"/>
              <a:t> depth of field (DOF) pada </a:t>
            </a:r>
            <a:r>
              <a:rPr lang="en-ID" dirty="0" err="1"/>
              <a:t>lensa</a:t>
            </a:r>
            <a:r>
              <a:rPr lang="en-ID" dirty="0"/>
              <a:t> </a:t>
            </a:r>
            <a:r>
              <a:rPr lang="en-ID" dirty="0" err="1"/>
              <a:t>dengansudut</a:t>
            </a:r>
            <a:r>
              <a:rPr lang="en-ID" dirty="0"/>
              <a:t> </a:t>
            </a:r>
            <a:r>
              <a:rPr lang="en-ID" dirty="0" err="1"/>
              <a:t>gambar</a:t>
            </a:r>
            <a:r>
              <a:rPr lang="en-ID" dirty="0"/>
              <a:t> yang </a:t>
            </a:r>
            <a:r>
              <a:rPr lang="en-ID" dirty="0" err="1"/>
              <a:t>sama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8257501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9AB45-465D-47D4-BE05-A9234688C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pPr algn="l"/>
            <a:r>
              <a:rPr lang="en-ID" b="1" dirty="0" err="1"/>
              <a:t>Kamera</a:t>
            </a:r>
            <a:r>
              <a:rPr lang="en-ID" b="1" dirty="0"/>
              <a:t> </a:t>
            </a:r>
            <a:r>
              <a:rPr lang="en-ID" b="1" dirty="0" err="1"/>
              <a:t>butik</a:t>
            </a:r>
            <a:r>
              <a:rPr lang="en-ID" b="1" dirty="0"/>
              <a:t> (boutique camera)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4460B-AF3D-44B4-B8E3-5E3C0BD36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5410200" cy="4024125"/>
          </a:xfrm>
        </p:spPr>
        <p:txBody>
          <a:bodyPr/>
          <a:lstStyle/>
          <a:p>
            <a:r>
              <a:rPr lang="en-ID" dirty="0" err="1"/>
              <a:t>Kamera</a:t>
            </a:r>
            <a:r>
              <a:rPr lang="en-ID" dirty="0"/>
              <a:t> </a:t>
            </a:r>
            <a:r>
              <a:rPr lang="en-ID" dirty="0" err="1"/>
              <a:t>butik</a:t>
            </a:r>
            <a:r>
              <a:rPr lang="en-ID" dirty="0"/>
              <a:t> (boutique camera)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jenis</a:t>
            </a:r>
            <a:r>
              <a:rPr lang="en-ID" dirty="0"/>
              <a:t> </a:t>
            </a:r>
            <a:r>
              <a:rPr lang="en-ID" dirty="0" err="1"/>
              <a:t>kamera</a:t>
            </a:r>
            <a:r>
              <a:rPr lang="en-ID" dirty="0"/>
              <a:t> digital yang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bentuk</a:t>
            </a:r>
            <a:r>
              <a:rPr lang="en-ID" dirty="0"/>
              <a:t> </a:t>
            </a:r>
            <a:r>
              <a:rPr lang="en-ID" dirty="0" err="1"/>
              <a:t>ringkas</a:t>
            </a:r>
            <a:r>
              <a:rPr lang="en-ID" dirty="0"/>
              <a:t>, </a:t>
            </a:r>
            <a:r>
              <a:rPr lang="en-ID" dirty="0" err="1"/>
              <a:t>tapi</a:t>
            </a:r>
            <a:r>
              <a:rPr lang="en-ID" dirty="0"/>
              <a:t> sensor full frame yang </a:t>
            </a:r>
            <a:r>
              <a:rPr lang="en-ID" dirty="0" err="1"/>
              <a:t>melebihi</a:t>
            </a:r>
            <a:r>
              <a:rPr lang="en-ID" dirty="0"/>
              <a:t> </a:t>
            </a:r>
            <a:r>
              <a:rPr lang="en-ID" dirty="0" err="1"/>
              <a:t>kemampuan</a:t>
            </a:r>
            <a:r>
              <a:rPr lang="en-ID" dirty="0"/>
              <a:t> </a:t>
            </a:r>
            <a:r>
              <a:rPr lang="en-ID" dirty="0" err="1"/>
              <a:t>kamera</a:t>
            </a:r>
            <a:r>
              <a:rPr lang="en-ID" dirty="0"/>
              <a:t> DSLR. </a:t>
            </a:r>
            <a:r>
              <a:rPr lang="en-ID" dirty="0" err="1"/>
              <a:t>Kamera</a:t>
            </a:r>
            <a:r>
              <a:rPr lang="en-ID" dirty="0"/>
              <a:t> </a:t>
            </a:r>
            <a:r>
              <a:rPr lang="en-ID" dirty="0" err="1"/>
              <a:t>butik</a:t>
            </a:r>
            <a:r>
              <a:rPr lang="en-ID" dirty="0"/>
              <a:t> </a:t>
            </a:r>
            <a:r>
              <a:rPr lang="en-ID" dirty="0" err="1"/>
              <a:t>biasanya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sensor full frame (Leica M9) </a:t>
            </a:r>
            <a:r>
              <a:rPr lang="en-ID" dirty="0" err="1"/>
              <a:t>atau</a:t>
            </a:r>
            <a:r>
              <a:rPr lang="en-ID" dirty="0"/>
              <a:t> APS-C (X100) dan </a:t>
            </a:r>
            <a:r>
              <a:rPr lang="en-ID" dirty="0" err="1"/>
              <a:t>menghasilkan</a:t>
            </a:r>
            <a:r>
              <a:rPr lang="en-ID" dirty="0"/>
              <a:t> </a:t>
            </a:r>
            <a:r>
              <a:rPr lang="en-ID" dirty="0" err="1"/>
              <a:t>foto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gambar</a:t>
            </a:r>
            <a:r>
              <a:rPr lang="en-ID" dirty="0"/>
              <a:t> </a:t>
            </a:r>
            <a:r>
              <a:rPr lang="en-ID" dirty="0" err="1"/>
              <a:t>berkualitas</a:t>
            </a:r>
            <a:r>
              <a:rPr lang="en-ID" dirty="0"/>
              <a:t> </a:t>
            </a:r>
            <a:r>
              <a:rPr lang="en-ID" dirty="0" err="1"/>
              <a:t>tinggi</a:t>
            </a:r>
            <a:r>
              <a:rPr lang="en-ID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759F1C-A6A3-49CD-A3EA-FBD2CE156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8584" y="2509837"/>
            <a:ext cx="4438341" cy="3294615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32368767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D3B28-0C9F-40E6-AC1E-5600DB499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pPr algn="l"/>
            <a:r>
              <a:rPr lang="sv-SE" b="1" dirty="0"/>
              <a:t>Kelebihan dan kekurangan kamera butik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FDC5E-EAC6-4E65-ADF4-5FDD3141D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10820400" cy="1423283"/>
          </a:xfrm>
        </p:spPr>
        <p:txBody>
          <a:bodyPr/>
          <a:lstStyle/>
          <a:p>
            <a:r>
              <a:rPr lang="en-ID" dirty="0" err="1"/>
              <a:t>Kelebihan</a:t>
            </a:r>
            <a:r>
              <a:rPr lang="en-ID" dirty="0"/>
              <a:t>: </a:t>
            </a:r>
            <a:r>
              <a:rPr lang="en-ID" dirty="0" err="1"/>
              <a:t>Kamera</a:t>
            </a:r>
            <a:r>
              <a:rPr lang="en-ID" dirty="0"/>
              <a:t> </a:t>
            </a:r>
            <a:r>
              <a:rPr lang="en-ID" dirty="0" err="1"/>
              <a:t>butik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sensor full frame yang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melebihi</a:t>
            </a:r>
            <a:r>
              <a:rPr lang="en-ID" dirty="0"/>
              <a:t> </a:t>
            </a:r>
            <a:r>
              <a:rPr lang="en-ID" dirty="0" err="1"/>
              <a:t>kemampuan</a:t>
            </a:r>
            <a:r>
              <a:rPr lang="en-ID" dirty="0"/>
              <a:t> </a:t>
            </a:r>
            <a:r>
              <a:rPr lang="en-ID" dirty="0" err="1"/>
              <a:t>kamera</a:t>
            </a:r>
            <a:r>
              <a:rPr lang="en-ID" dirty="0"/>
              <a:t> DSLR.</a:t>
            </a:r>
          </a:p>
          <a:p>
            <a:r>
              <a:rPr lang="en-ID" dirty="0"/>
              <a:t> </a:t>
            </a:r>
            <a:r>
              <a:rPr lang="en-ID" dirty="0" err="1"/>
              <a:t>Kekurangan</a:t>
            </a:r>
            <a:r>
              <a:rPr lang="en-ID" dirty="0"/>
              <a:t>: </a:t>
            </a:r>
            <a:r>
              <a:rPr lang="en-ID" dirty="0" err="1"/>
              <a:t>Kamera</a:t>
            </a:r>
            <a:r>
              <a:rPr lang="en-ID" dirty="0"/>
              <a:t> </a:t>
            </a:r>
            <a:r>
              <a:rPr lang="en-ID" dirty="0" err="1"/>
              <a:t>butik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bentuk</a:t>
            </a:r>
            <a:r>
              <a:rPr lang="en-ID" dirty="0"/>
              <a:t> yang </a:t>
            </a:r>
            <a:r>
              <a:rPr lang="en-ID" dirty="0" err="1"/>
              <a:t>ringkas</a:t>
            </a:r>
            <a:r>
              <a:rPr lang="en-ID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D99A7C-DBD2-458F-A1FD-AEBE0857F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7500" y="3604590"/>
            <a:ext cx="5191126" cy="2891858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26015842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F1120-7BC6-4C0B-A531-0F6A458F1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pPr algn="l"/>
            <a:r>
              <a:rPr lang="en-ID" b="1" dirty="0" err="1"/>
              <a:t>Kamera</a:t>
            </a:r>
            <a:r>
              <a:rPr lang="en-ID" b="1" dirty="0"/>
              <a:t> 360 </a:t>
            </a:r>
            <a:r>
              <a:rPr lang="en-ID" b="1" dirty="0" err="1"/>
              <a:t>derajat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537B7-2A0E-4342-978C-F1428B442A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5940287" cy="4024125"/>
          </a:xfrm>
        </p:spPr>
        <p:txBody>
          <a:bodyPr/>
          <a:lstStyle/>
          <a:p>
            <a:r>
              <a:rPr lang="en-ID" dirty="0" err="1"/>
              <a:t>Kamera</a:t>
            </a:r>
            <a:r>
              <a:rPr lang="en-ID" dirty="0"/>
              <a:t> 360 </a:t>
            </a:r>
            <a:r>
              <a:rPr lang="en-ID" dirty="0" err="1"/>
              <a:t>derajat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kamera</a:t>
            </a:r>
            <a:r>
              <a:rPr lang="en-ID" dirty="0"/>
              <a:t> yang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menangkap</a:t>
            </a:r>
            <a:r>
              <a:rPr lang="en-ID" dirty="0"/>
              <a:t> </a:t>
            </a:r>
            <a:r>
              <a:rPr lang="en-ID" dirty="0" err="1"/>
              <a:t>gambar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video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berbagai</a:t>
            </a:r>
            <a:r>
              <a:rPr lang="en-ID" dirty="0"/>
              <a:t> </a:t>
            </a:r>
            <a:r>
              <a:rPr lang="en-ID" dirty="0" err="1"/>
              <a:t>sudut</a:t>
            </a:r>
            <a:r>
              <a:rPr lang="en-ID" dirty="0"/>
              <a:t>,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dibatasi</a:t>
            </a:r>
            <a:r>
              <a:rPr lang="en-ID" dirty="0"/>
              <a:t> oleh </a:t>
            </a:r>
            <a:r>
              <a:rPr lang="en-ID" dirty="0" err="1"/>
              <a:t>apa</a:t>
            </a:r>
            <a:r>
              <a:rPr lang="en-ID" dirty="0"/>
              <a:t> pun. </a:t>
            </a:r>
            <a:r>
              <a:rPr lang="en-ID" dirty="0" err="1"/>
              <a:t>Kamera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merekam</a:t>
            </a:r>
            <a:r>
              <a:rPr lang="en-ID" dirty="0"/>
              <a:t> panorama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berbagai</a:t>
            </a:r>
            <a:r>
              <a:rPr lang="en-ID" dirty="0"/>
              <a:t> </a:t>
            </a:r>
            <a:r>
              <a:rPr lang="en-ID" dirty="0" err="1"/>
              <a:t>sisi</a:t>
            </a:r>
            <a:r>
              <a:rPr lang="en-ID" dirty="0"/>
              <a:t>, dan </a:t>
            </a:r>
            <a:r>
              <a:rPr lang="en-ID" dirty="0" err="1"/>
              <a:t>hasilnya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 orang yang </a:t>
            </a:r>
            <a:r>
              <a:rPr lang="en-ID" dirty="0" err="1"/>
              <a:t>melihatnya</a:t>
            </a:r>
            <a:r>
              <a:rPr lang="en-ID" dirty="0"/>
              <a:t> </a:t>
            </a:r>
            <a:r>
              <a:rPr lang="en-ID" dirty="0" err="1"/>
              <a:t>merasa</a:t>
            </a:r>
            <a:r>
              <a:rPr lang="en-ID" dirty="0"/>
              <a:t> </a:t>
            </a:r>
            <a:r>
              <a:rPr lang="en-ID" dirty="0" err="1"/>
              <a:t>seolah-olah</a:t>
            </a:r>
            <a:r>
              <a:rPr lang="en-ID" dirty="0"/>
              <a:t> </a:t>
            </a:r>
            <a:r>
              <a:rPr lang="en-ID" dirty="0" err="1"/>
              <a:t>mereka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melihat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sisi</a:t>
            </a:r>
            <a:r>
              <a:rPr lang="en-ID" dirty="0"/>
              <a:t> </a:t>
            </a:r>
            <a:r>
              <a:rPr lang="en-ID" dirty="0" err="1"/>
              <a:t>samping</a:t>
            </a:r>
            <a:r>
              <a:rPr lang="en-ID" dirty="0"/>
              <a:t>, </a:t>
            </a:r>
            <a:r>
              <a:rPr lang="en-ID" dirty="0" err="1"/>
              <a:t>atas</a:t>
            </a:r>
            <a:r>
              <a:rPr lang="en-ID" dirty="0"/>
              <a:t>, </a:t>
            </a:r>
            <a:r>
              <a:rPr lang="en-ID" dirty="0" err="1"/>
              <a:t>maupun</a:t>
            </a:r>
            <a:r>
              <a:rPr lang="en-ID" dirty="0"/>
              <a:t> </a:t>
            </a:r>
            <a:r>
              <a:rPr lang="en-ID" dirty="0" err="1"/>
              <a:t>bawah</a:t>
            </a:r>
            <a:r>
              <a:rPr lang="en-ID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722246-754C-464B-BB73-7E1E7DB42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4163" y="2057401"/>
            <a:ext cx="4329941" cy="4014023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16037616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4C8C9-7988-4AFF-92A9-B4512BED9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pPr algn="l"/>
            <a:r>
              <a:rPr lang="fi-FI" b="1" dirty="0"/>
              <a:t>Kelebihan dan kekurangan kamera 360 derajat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2C06D-E8F2-4187-B198-E41539A3C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D" dirty="0" err="1"/>
              <a:t>Kelebihan</a:t>
            </a:r>
            <a:r>
              <a:rPr lang="en-ID" dirty="0"/>
              <a:t> </a:t>
            </a:r>
            <a:r>
              <a:rPr lang="en-ID" dirty="0" err="1"/>
              <a:t>Kamera</a:t>
            </a:r>
            <a:r>
              <a:rPr lang="en-ID" dirty="0"/>
              <a:t> 360</a:t>
            </a:r>
          </a:p>
          <a:p>
            <a:r>
              <a:rPr lang="en-ID" dirty="0"/>
              <a:t>1. </a:t>
            </a:r>
            <a:r>
              <a:rPr lang="en-ID" dirty="0" err="1"/>
              <a:t>Sudut</a:t>
            </a:r>
            <a:r>
              <a:rPr lang="en-ID" dirty="0"/>
              <a:t> Pandang </a:t>
            </a:r>
            <a:r>
              <a:rPr lang="en-ID" dirty="0" err="1"/>
              <a:t>LuasSalah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keunggulan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 </a:t>
            </a:r>
            <a:r>
              <a:rPr lang="en-ID" dirty="0" err="1"/>
              <a:t>kamera</a:t>
            </a:r>
            <a:r>
              <a:rPr lang="en-ID" dirty="0"/>
              <a:t> 360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kemampuannya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merekam</a:t>
            </a:r>
            <a:r>
              <a:rPr lang="en-ID" dirty="0"/>
              <a:t> </a:t>
            </a:r>
            <a:r>
              <a:rPr lang="en-ID" dirty="0" err="1"/>
              <a:t>gambar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sudut</a:t>
            </a:r>
            <a:r>
              <a:rPr lang="en-ID" dirty="0"/>
              <a:t> </a:t>
            </a:r>
            <a:r>
              <a:rPr lang="en-ID" dirty="0" err="1"/>
              <a:t>pandang</a:t>
            </a:r>
            <a:r>
              <a:rPr lang="en-ID" dirty="0"/>
              <a:t> yang </a:t>
            </a:r>
            <a:r>
              <a:rPr lang="en-ID" dirty="0" err="1"/>
              <a:t>luas</a:t>
            </a:r>
            <a:r>
              <a:rPr lang="en-ID" dirty="0"/>
              <a:t>.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memungkinkan</a:t>
            </a:r>
            <a:r>
              <a:rPr lang="en-ID" dirty="0"/>
              <a:t> </a:t>
            </a:r>
            <a:r>
              <a:rPr lang="en-ID" dirty="0" err="1"/>
              <a:t>pengguna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menangkap</a:t>
            </a:r>
            <a:r>
              <a:rPr lang="en-ID" dirty="0"/>
              <a:t> </a:t>
            </a:r>
            <a:r>
              <a:rPr lang="en-ID" dirty="0" err="1"/>
              <a:t>pemandangan</a:t>
            </a:r>
            <a:r>
              <a:rPr lang="en-ID" dirty="0"/>
              <a:t> yang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luas</a:t>
            </a:r>
            <a:r>
              <a:rPr lang="en-ID" dirty="0"/>
              <a:t>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perlu</a:t>
            </a:r>
            <a:r>
              <a:rPr lang="en-ID" dirty="0"/>
              <a:t> </a:t>
            </a:r>
            <a:r>
              <a:rPr lang="en-ID" dirty="0" err="1"/>
              <a:t>berpindah</a:t>
            </a:r>
            <a:r>
              <a:rPr lang="en-ID" dirty="0"/>
              <a:t> </a:t>
            </a:r>
            <a:r>
              <a:rPr lang="en-ID" dirty="0" err="1"/>
              <a:t>posisi</a:t>
            </a:r>
            <a:r>
              <a:rPr lang="en-ID" dirty="0"/>
              <a:t>.  </a:t>
            </a:r>
          </a:p>
          <a:p>
            <a:r>
              <a:rPr lang="en-ID" dirty="0"/>
              <a:t>2. </a:t>
            </a:r>
            <a:r>
              <a:rPr lang="en-ID" dirty="0" err="1"/>
              <a:t>Pengalaman</a:t>
            </a:r>
            <a:r>
              <a:rPr lang="en-ID" dirty="0"/>
              <a:t> </a:t>
            </a:r>
            <a:r>
              <a:rPr lang="en-ID" dirty="0" err="1"/>
              <a:t>InteraktifFoto</a:t>
            </a:r>
            <a:r>
              <a:rPr lang="en-ID" dirty="0"/>
              <a:t> dan video yang </a:t>
            </a:r>
            <a:r>
              <a:rPr lang="en-ID" dirty="0" err="1"/>
              <a:t>diambil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kamera</a:t>
            </a:r>
            <a:r>
              <a:rPr lang="en-ID" dirty="0"/>
              <a:t> 360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dilihat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cara</a:t>
            </a:r>
            <a:r>
              <a:rPr lang="en-ID" dirty="0"/>
              <a:t> yang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interaktif</a:t>
            </a:r>
            <a:r>
              <a:rPr lang="en-ID" dirty="0"/>
              <a:t>. </a:t>
            </a:r>
            <a:r>
              <a:rPr lang="en-ID" dirty="0" err="1"/>
              <a:t>Pengguna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menjelajahi</a:t>
            </a:r>
            <a:r>
              <a:rPr lang="en-ID" dirty="0"/>
              <a:t> </a:t>
            </a:r>
            <a:r>
              <a:rPr lang="en-ID" dirty="0" err="1"/>
              <a:t>gambar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memutar</a:t>
            </a:r>
            <a:r>
              <a:rPr lang="en-ID" dirty="0"/>
              <a:t> </a:t>
            </a:r>
            <a:r>
              <a:rPr lang="en-ID" dirty="0" err="1"/>
              <a:t>sudut</a:t>
            </a:r>
            <a:r>
              <a:rPr lang="en-ID" dirty="0"/>
              <a:t> </a:t>
            </a:r>
            <a:r>
              <a:rPr lang="en-ID" dirty="0" err="1"/>
              <a:t>pandang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perangkat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 </a:t>
            </a:r>
            <a:r>
              <a:rPr lang="en-ID" dirty="0" err="1"/>
              <a:t>mereka</a:t>
            </a:r>
            <a:r>
              <a:rPr lang="en-ID" dirty="0"/>
              <a:t>.</a:t>
            </a:r>
          </a:p>
          <a:p>
            <a:r>
              <a:rPr lang="en-ID" dirty="0"/>
              <a:t>3. </a:t>
            </a:r>
            <a:r>
              <a:rPr lang="en-ID" dirty="0" err="1"/>
              <a:t>Efek</a:t>
            </a:r>
            <a:r>
              <a:rPr lang="en-ID" dirty="0"/>
              <a:t> Visual </a:t>
            </a:r>
            <a:r>
              <a:rPr lang="en-ID" dirty="0" err="1"/>
              <a:t>MenarikKamera</a:t>
            </a:r>
            <a:r>
              <a:rPr lang="en-ID" dirty="0"/>
              <a:t> 360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menghasilkan</a:t>
            </a:r>
            <a:r>
              <a:rPr lang="en-ID" dirty="0"/>
              <a:t> </a:t>
            </a:r>
            <a:r>
              <a:rPr lang="en-ID" dirty="0" err="1"/>
              <a:t>efek</a:t>
            </a:r>
            <a:r>
              <a:rPr lang="en-ID" dirty="0"/>
              <a:t> visual yang </a:t>
            </a:r>
            <a:r>
              <a:rPr lang="en-ID" dirty="0" err="1"/>
              <a:t>menarik</a:t>
            </a:r>
            <a:r>
              <a:rPr lang="en-ID" dirty="0"/>
              <a:t>, </a:t>
            </a:r>
            <a:r>
              <a:rPr lang="en-ID" dirty="0" err="1"/>
              <a:t>terutama</a:t>
            </a:r>
            <a:r>
              <a:rPr lang="en-ID" dirty="0"/>
              <a:t> </a:t>
            </a:r>
            <a:r>
              <a:rPr lang="en-ID" dirty="0" err="1"/>
              <a:t>ketika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merekam</a:t>
            </a:r>
            <a:r>
              <a:rPr lang="en-ID" dirty="0"/>
              <a:t> video. Gerakan </a:t>
            </a:r>
            <a:r>
              <a:rPr lang="en-ID" dirty="0" err="1"/>
              <a:t>kamera</a:t>
            </a:r>
            <a:r>
              <a:rPr lang="en-ID" dirty="0"/>
              <a:t> yang </a:t>
            </a:r>
            <a:r>
              <a:rPr lang="en-ID" dirty="0" err="1"/>
              <a:t>halus</a:t>
            </a:r>
            <a:r>
              <a:rPr lang="en-ID" dirty="0"/>
              <a:t> dan </a:t>
            </a:r>
            <a:r>
              <a:rPr lang="en-ID" dirty="0" err="1"/>
              <a:t>transisi</a:t>
            </a:r>
            <a:r>
              <a:rPr lang="en-ID" dirty="0"/>
              <a:t> </a:t>
            </a:r>
            <a:r>
              <a:rPr lang="en-ID" dirty="0" err="1"/>
              <a:t>antara</a:t>
            </a:r>
            <a:r>
              <a:rPr lang="en-ID" dirty="0"/>
              <a:t> </a:t>
            </a:r>
            <a:r>
              <a:rPr lang="en-ID" dirty="0" err="1"/>
              <a:t>sudut</a:t>
            </a:r>
            <a:r>
              <a:rPr lang="en-ID" dirty="0"/>
              <a:t> </a:t>
            </a:r>
            <a:r>
              <a:rPr lang="en-ID" dirty="0" err="1"/>
              <a:t>pandang</a:t>
            </a:r>
            <a:r>
              <a:rPr lang="en-ID" dirty="0"/>
              <a:t> </a:t>
            </a:r>
            <a:r>
              <a:rPr lang="en-ID" dirty="0" err="1"/>
              <a:t>menciptakan</a:t>
            </a:r>
            <a:r>
              <a:rPr lang="en-ID" dirty="0"/>
              <a:t> </a:t>
            </a:r>
            <a:r>
              <a:rPr lang="en-ID" dirty="0" err="1"/>
              <a:t>pengalaman</a:t>
            </a:r>
            <a:r>
              <a:rPr lang="en-ID" dirty="0"/>
              <a:t> yang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imersif</a:t>
            </a:r>
            <a:r>
              <a:rPr lang="en-ID" dirty="0"/>
              <a:t>.</a:t>
            </a:r>
          </a:p>
          <a:p>
            <a:r>
              <a:rPr lang="en-ID" dirty="0"/>
              <a:t>4. </a:t>
            </a:r>
            <a:r>
              <a:rPr lang="en-ID" dirty="0" err="1"/>
              <a:t>Kreativitas</a:t>
            </a:r>
            <a:r>
              <a:rPr lang="en-ID" dirty="0"/>
              <a:t>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BatasTeknologi</a:t>
            </a:r>
            <a:r>
              <a:rPr lang="en-ID" dirty="0"/>
              <a:t> </a:t>
            </a:r>
            <a:r>
              <a:rPr lang="en-ID" dirty="0" err="1"/>
              <a:t>kamera</a:t>
            </a:r>
            <a:r>
              <a:rPr lang="en-ID" dirty="0"/>
              <a:t> 360 </a:t>
            </a:r>
            <a:r>
              <a:rPr lang="en-ID" dirty="0" err="1"/>
              <a:t>memberikan</a:t>
            </a:r>
            <a:r>
              <a:rPr lang="en-ID" dirty="0"/>
              <a:t> </a:t>
            </a:r>
            <a:r>
              <a:rPr lang="en-ID" dirty="0" err="1"/>
              <a:t>ruang</a:t>
            </a:r>
            <a:r>
              <a:rPr lang="en-ID" dirty="0"/>
              <a:t> </a:t>
            </a:r>
            <a:r>
              <a:rPr lang="en-ID" dirty="0" err="1"/>
              <a:t>bagi</a:t>
            </a:r>
            <a:r>
              <a:rPr lang="en-ID" dirty="0"/>
              <a:t> </a:t>
            </a:r>
            <a:r>
              <a:rPr lang="en-ID" dirty="0" err="1"/>
              <a:t>kreativitas</a:t>
            </a:r>
            <a:r>
              <a:rPr lang="en-ID" dirty="0"/>
              <a:t> yang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besar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pengeditan</a:t>
            </a:r>
            <a:r>
              <a:rPr lang="en-ID" dirty="0"/>
              <a:t> dan </a:t>
            </a:r>
            <a:r>
              <a:rPr lang="en-ID" dirty="0" err="1"/>
              <a:t>presentasi</a:t>
            </a:r>
            <a:r>
              <a:rPr lang="en-ID" dirty="0"/>
              <a:t> </a:t>
            </a:r>
            <a:r>
              <a:rPr lang="en-ID" dirty="0" err="1"/>
              <a:t>gambar</a:t>
            </a:r>
            <a:r>
              <a:rPr lang="en-ID" dirty="0"/>
              <a:t>. </a:t>
            </a:r>
            <a:r>
              <a:rPr lang="en-ID" dirty="0" err="1"/>
              <a:t>Pengguna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mengambil</a:t>
            </a:r>
            <a:r>
              <a:rPr lang="en-ID" dirty="0"/>
              <a:t> </a:t>
            </a:r>
            <a:r>
              <a:rPr lang="en-ID" dirty="0" err="1"/>
              <a:t>tangkapan</a:t>
            </a:r>
            <a:r>
              <a:rPr lang="en-ID" dirty="0"/>
              <a:t> yang </a:t>
            </a:r>
            <a:r>
              <a:rPr lang="en-ID" dirty="0" err="1"/>
              <a:t>unik</a:t>
            </a:r>
            <a:r>
              <a:rPr lang="en-ID" dirty="0"/>
              <a:t> dan </a:t>
            </a:r>
            <a:r>
              <a:rPr lang="en-ID" dirty="0" err="1"/>
              <a:t>eksperimental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58123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D0AE-95C1-4297-8009-ECE25D61D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pPr algn="l"/>
            <a:r>
              <a:rPr lang="fi-FI" b="1" dirty="0"/>
              <a:t>Kelebihan dan kekurangan kamera 360 derajat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0001F-EFAB-4F0E-B712-9774C9ADF9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Kekurangan</a:t>
            </a:r>
            <a:r>
              <a:rPr lang="en-ID" dirty="0"/>
              <a:t> </a:t>
            </a:r>
            <a:r>
              <a:rPr lang="en-ID" dirty="0" err="1"/>
              <a:t>Kamera</a:t>
            </a:r>
            <a:r>
              <a:rPr lang="en-ID" dirty="0"/>
              <a:t> 360</a:t>
            </a:r>
          </a:p>
          <a:p>
            <a:r>
              <a:rPr lang="en-ID" dirty="0"/>
              <a:t>1. Harga yang </a:t>
            </a:r>
            <a:r>
              <a:rPr lang="en-ID" dirty="0" err="1"/>
              <a:t>TinggiSebagian</a:t>
            </a:r>
            <a:r>
              <a:rPr lang="en-ID" dirty="0"/>
              <a:t> </a:t>
            </a:r>
            <a:r>
              <a:rPr lang="en-ID" dirty="0" err="1"/>
              <a:t>besar</a:t>
            </a:r>
            <a:r>
              <a:rPr lang="en-ID" dirty="0"/>
              <a:t> </a:t>
            </a:r>
            <a:r>
              <a:rPr lang="en-ID" dirty="0" err="1"/>
              <a:t>kamera</a:t>
            </a:r>
            <a:r>
              <a:rPr lang="en-ID" dirty="0"/>
              <a:t> 360 </a:t>
            </a:r>
            <a:r>
              <a:rPr lang="en-ID" dirty="0" err="1"/>
              <a:t>masih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harga</a:t>
            </a:r>
            <a:r>
              <a:rPr lang="en-ID" dirty="0"/>
              <a:t> yang </a:t>
            </a:r>
            <a:r>
              <a:rPr lang="en-ID" dirty="0" err="1"/>
              <a:t>cukup</a:t>
            </a:r>
            <a:r>
              <a:rPr lang="en-ID" dirty="0"/>
              <a:t> </a:t>
            </a:r>
            <a:r>
              <a:rPr lang="en-ID" dirty="0" err="1"/>
              <a:t>tinggi</a:t>
            </a:r>
            <a:r>
              <a:rPr lang="en-ID" dirty="0"/>
              <a:t> </a:t>
            </a:r>
            <a:r>
              <a:rPr lang="en-ID" dirty="0" err="1"/>
              <a:t>dibandingkan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kamera</a:t>
            </a:r>
            <a:r>
              <a:rPr lang="en-ID" dirty="0"/>
              <a:t> </a:t>
            </a:r>
            <a:r>
              <a:rPr lang="en-ID" dirty="0" err="1"/>
              <a:t>tradisional</a:t>
            </a:r>
            <a:r>
              <a:rPr lang="en-ID" dirty="0"/>
              <a:t>.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hambatan</a:t>
            </a:r>
            <a:r>
              <a:rPr lang="en-ID" dirty="0"/>
              <a:t> </a:t>
            </a:r>
            <a:r>
              <a:rPr lang="en-ID" dirty="0" err="1"/>
              <a:t>bagi</a:t>
            </a:r>
            <a:r>
              <a:rPr lang="en-ID" dirty="0"/>
              <a:t> </a:t>
            </a:r>
            <a:r>
              <a:rPr lang="en-ID" dirty="0" err="1"/>
              <a:t>banyak</a:t>
            </a:r>
            <a:r>
              <a:rPr lang="en-ID" dirty="0"/>
              <a:t> </a:t>
            </a:r>
            <a:r>
              <a:rPr lang="en-ID" dirty="0" err="1"/>
              <a:t>konsumen</a:t>
            </a:r>
            <a:r>
              <a:rPr lang="en-ID" dirty="0"/>
              <a:t> yang </a:t>
            </a:r>
            <a:r>
              <a:rPr lang="en-ID" dirty="0" err="1"/>
              <a:t>ingin</a:t>
            </a:r>
            <a:r>
              <a:rPr lang="en-ID" dirty="0"/>
              <a:t> </a:t>
            </a:r>
            <a:r>
              <a:rPr lang="en-ID" dirty="0" err="1"/>
              <a:t>mencoba</a:t>
            </a:r>
            <a:r>
              <a:rPr lang="en-ID" dirty="0"/>
              <a:t> </a:t>
            </a:r>
            <a:r>
              <a:rPr lang="en-ID" dirty="0" err="1"/>
              <a:t>teknologi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.</a:t>
            </a:r>
          </a:p>
          <a:p>
            <a:r>
              <a:rPr lang="en-ID" dirty="0"/>
              <a:t>2. </a:t>
            </a:r>
            <a:r>
              <a:rPr lang="en-ID" dirty="0" err="1"/>
              <a:t>Kualitas</a:t>
            </a:r>
            <a:r>
              <a:rPr lang="en-ID" dirty="0"/>
              <a:t> Gambar </a:t>
            </a:r>
            <a:r>
              <a:rPr lang="en-ID" dirty="0" err="1"/>
              <a:t>TerbatasMeskipun</a:t>
            </a:r>
            <a:r>
              <a:rPr lang="en-ID" dirty="0"/>
              <a:t> </a:t>
            </a:r>
            <a:r>
              <a:rPr lang="en-ID" dirty="0" err="1"/>
              <a:t>kamera</a:t>
            </a:r>
            <a:r>
              <a:rPr lang="en-ID" dirty="0"/>
              <a:t> 360 </a:t>
            </a:r>
            <a:r>
              <a:rPr lang="en-ID" dirty="0" err="1"/>
              <a:t>menawarkan</a:t>
            </a:r>
            <a:r>
              <a:rPr lang="en-ID" dirty="0"/>
              <a:t> </a:t>
            </a:r>
            <a:r>
              <a:rPr lang="en-ID" dirty="0" err="1"/>
              <a:t>sudut</a:t>
            </a:r>
            <a:r>
              <a:rPr lang="en-ID" dirty="0"/>
              <a:t> </a:t>
            </a:r>
            <a:r>
              <a:rPr lang="en-ID" dirty="0" err="1"/>
              <a:t>pandang</a:t>
            </a:r>
            <a:r>
              <a:rPr lang="en-ID" dirty="0"/>
              <a:t> yang </a:t>
            </a:r>
            <a:r>
              <a:rPr lang="en-ID" dirty="0" err="1"/>
              <a:t>luas</a:t>
            </a:r>
            <a:r>
              <a:rPr lang="en-ID" dirty="0"/>
              <a:t>, </a:t>
            </a:r>
            <a:r>
              <a:rPr lang="en-ID" dirty="0" err="1"/>
              <a:t>kualitas</a:t>
            </a:r>
            <a:r>
              <a:rPr lang="en-ID" dirty="0"/>
              <a:t> </a:t>
            </a:r>
            <a:r>
              <a:rPr lang="en-ID" dirty="0" err="1"/>
              <a:t>gambar</a:t>
            </a:r>
            <a:r>
              <a:rPr lang="en-ID" dirty="0"/>
              <a:t> </a:t>
            </a:r>
            <a:r>
              <a:rPr lang="en-ID" dirty="0" err="1"/>
              <a:t>sering</a:t>
            </a:r>
            <a:r>
              <a:rPr lang="en-ID" dirty="0"/>
              <a:t> kali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sebaik</a:t>
            </a:r>
            <a:r>
              <a:rPr lang="en-ID" dirty="0"/>
              <a:t> </a:t>
            </a:r>
            <a:r>
              <a:rPr lang="en-ID" dirty="0" err="1"/>
              <a:t>kamera</a:t>
            </a:r>
            <a:r>
              <a:rPr lang="en-ID" dirty="0"/>
              <a:t> </a:t>
            </a:r>
            <a:r>
              <a:rPr lang="en-ID" dirty="0" err="1"/>
              <a:t>konvensional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situasi</a:t>
            </a:r>
            <a:r>
              <a:rPr lang="en-ID" dirty="0"/>
              <a:t> </a:t>
            </a:r>
            <a:r>
              <a:rPr lang="en-ID" dirty="0" err="1"/>
              <a:t>cahaya</a:t>
            </a:r>
            <a:r>
              <a:rPr lang="en-ID" dirty="0"/>
              <a:t> yang </a:t>
            </a:r>
            <a:r>
              <a:rPr lang="en-ID" dirty="0" err="1"/>
              <a:t>sulit</a:t>
            </a:r>
            <a:r>
              <a:rPr lang="en-ID" dirty="0"/>
              <a:t>.</a:t>
            </a:r>
          </a:p>
          <a:p>
            <a:r>
              <a:rPr lang="en-ID" dirty="0"/>
              <a:t>3. </a:t>
            </a:r>
            <a:r>
              <a:rPr lang="en-ID" dirty="0" err="1"/>
              <a:t>Kompleksitas</a:t>
            </a:r>
            <a:r>
              <a:rPr lang="en-ID" dirty="0"/>
              <a:t> </a:t>
            </a:r>
            <a:r>
              <a:rPr lang="en-ID" dirty="0" err="1"/>
              <a:t>PengeditanPengeditan</a:t>
            </a:r>
            <a:r>
              <a:rPr lang="en-ID" dirty="0"/>
              <a:t> </a:t>
            </a:r>
            <a:r>
              <a:rPr lang="en-ID" dirty="0" err="1"/>
              <a:t>gambar</a:t>
            </a:r>
            <a:r>
              <a:rPr lang="en-ID" dirty="0"/>
              <a:t> dan video 360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rumit</a:t>
            </a:r>
            <a:r>
              <a:rPr lang="en-ID" dirty="0"/>
              <a:t> </a:t>
            </a:r>
            <a:r>
              <a:rPr lang="en-ID" dirty="0" err="1"/>
              <a:t>daripada</a:t>
            </a:r>
            <a:r>
              <a:rPr lang="en-ID" dirty="0"/>
              <a:t> </a:t>
            </a:r>
            <a:r>
              <a:rPr lang="en-ID" dirty="0" err="1"/>
              <a:t>mengedit</a:t>
            </a:r>
            <a:r>
              <a:rPr lang="en-ID" dirty="0"/>
              <a:t> </a:t>
            </a:r>
            <a:r>
              <a:rPr lang="en-ID" dirty="0" err="1"/>
              <a:t>konten</a:t>
            </a:r>
            <a:r>
              <a:rPr lang="en-ID" dirty="0"/>
              <a:t> </a:t>
            </a:r>
            <a:r>
              <a:rPr lang="en-ID" dirty="0" err="1"/>
              <a:t>tradisional</a:t>
            </a:r>
            <a:r>
              <a:rPr lang="en-ID" dirty="0"/>
              <a:t>. </a:t>
            </a:r>
            <a:r>
              <a:rPr lang="en-ID" dirty="0" err="1"/>
              <a:t>Diperlukan</a:t>
            </a:r>
            <a:r>
              <a:rPr lang="en-ID" dirty="0"/>
              <a:t> </a:t>
            </a:r>
            <a:r>
              <a:rPr lang="en-ID" dirty="0" err="1"/>
              <a:t>perangkat</a:t>
            </a:r>
            <a:r>
              <a:rPr lang="en-ID" dirty="0"/>
              <a:t> </a:t>
            </a:r>
            <a:r>
              <a:rPr lang="en-ID" dirty="0" err="1"/>
              <a:t>lunak</a:t>
            </a:r>
            <a:r>
              <a:rPr lang="en-ID" dirty="0"/>
              <a:t> </a:t>
            </a:r>
            <a:r>
              <a:rPr lang="en-ID" dirty="0" err="1"/>
              <a:t>khusus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mengedit</a:t>
            </a:r>
            <a:r>
              <a:rPr lang="en-ID" dirty="0"/>
              <a:t> dan </a:t>
            </a:r>
            <a:r>
              <a:rPr lang="en-ID" dirty="0" err="1"/>
              <a:t>menyusun</a:t>
            </a:r>
            <a:r>
              <a:rPr lang="en-ID" dirty="0"/>
              <a:t> </a:t>
            </a:r>
            <a:r>
              <a:rPr lang="en-ID" dirty="0" err="1"/>
              <a:t>gambar</a:t>
            </a:r>
            <a:r>
              <a:rPr lang="en-ID" dirty="0"/>
              <a:t> 360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baik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230544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F4C93-2F53-4A9F-A16C-98A62800C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r>
              <a:rPr lang="en-ID" b="1" dirty="0" err="1"/>
              <a:t>Kamera</a:t>
            </a:r>
            <a:r>
              <a:rPr lang="en-ID" b="1" dirty="0"/>
              <a:t> Mirrorless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82A3A-016C-4A76-8116-73118F7E3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1556" y="4800600"/>
            <a:ext cx="3425687" cy="5353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D" dirty="0"/>
              <a:t>Canon Eos M100 </a:t>
            </a:r>
            <a:r>
              <a:rPr lang="en-ID" dirty="0" err="1"/>
              <a:t>Kamera</a:t>
            </a:r>
            <a:r>
              <a:rPr lang="en-ID" dirty="0"/>
              <a:t> Mirrorless	Rp5.650.000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E57DB4-8FFD-4367-A44C-02EA09F0FE3F}"/>
              </a:ext>
            </a:extLst>
          </p:cNvPr>
          <p:cNvSpPr txBox="1"/>
          <p:nvPr/>
        </p:nvSpPr>
        <p:spPr>
          <a:xfrm>
            <a:off x="821635" y="4345019"/>
            <a:ext cx="397896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Canon EOS M50 Kit Lens 50-45mm IS STM </a:t>
            </a:r>
            <a:r>
              <a:rPr lang="en-US" sz="2200" dirty="0" err="1"/>
              <a:t>Kamera</a:t>
            </a:r>
            <a:r>
              <a:rPr lang="en-US" sz="2200" dirty="0"/>
              <a:t> Mirrorless - Black	Rp9.299.000</a:t>
            </a:r>
            <a:endParaRPr lang="en-ID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A380AC-5370-4053-BFBE-F902CBA2A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35" y="274982"/>
            <a:ext cx="3866322" cy="3866322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9989403-2620-495A-9ED1-1905390F5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057400"/>
            <a:ext cx="3866322" cy="2572862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16556280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A9EA5-4C50-4137-B809-207507A18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477617" y="489420"/>
            <a:ext cx="8610600" cy="1293028"/>
          </a:xfrm>
        </p:spPr>
        <p:txBody>
          <a:bodyPr/>
          <a:lstStyle/>
          <a:p>
            <a:r>
              <a:rPr lang="en-ID" b="1" dirty="0" err="1"/>
              <a:t>Kamera</a:t>
            </a:r>
            <a:r>
              <a:rPr lang="en-ID" b="1" dirty="0"/>
              <a:t> </a:t>
            </a:r>
            <a:r>
              <a:rPr lang="en-ID" b="1" dirty="0" err="1"/>
              <a:t>nikon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3DE39-ABAB-40F9-9358-C9FD60FC7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3422374" cy="89319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D" dirty="0"/>
              <a:t>Nikon D5600 Body Only </a:t>
            </a:r>
            <a:r>
              <a:rPr lang="en-ID" dirty="0" err="1"/>
              <a:t>Kamera</a:t>
            </a:r>
            <a:r>
              <a:rPr lang="en-ID" dirty="0"/>
              <a:t> DLSR – </a:t>
            </a:r>
            <a:r>
              <a:rPr lang="en-ID" dirty="0" err="1"/>
              <a:t>Hitam</a:t>
            </a:r>
            <a:r>
              <a:rPr lang="en-ID" dirty="0"/>
              <a:t>	Rp.8.115.000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8EF42B-BC12-4620-83B8-11B8134D1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" y="3224916"/>
            <a:ext cx="3143664" cy="3143664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4BF6BDA-6C8F-4A72-8A5A-24A614D73F12}"/>
              </a:ext>
            </a:extLst>
          </p:cNvPr>
          <p:cNvSpPr txBox="1"/>
          <p:nvPr/>
        </p:nvSpPr>
        <p:spPr>
          <a:xfrm>
            <a:off x="7924800" y="5255397"/>
            <a:ext cx="284921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Nikon D5600 Body Only DSLR Camera	Rp.7.999.000</a:t>
            </a:r>
            <a:endParaRPr lang="en-ID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53BEA9-A12C-4C1F-8457-C42FD23C59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2068" y="1937716"/>
            <a:ext cx="2982567" cy="2982567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40896834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A4DE3-54BD-4992-99DB-8C66EBFEF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 err="1"/>
              <a:t>Kamera</a:t>
            </a:r>
            <a:r>
              <a:rPr lang="en-ID" b="1" dirty="0"/>
              <a:t> canon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68C1D-AA03-4832-9E96-9DBD9AD898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6444" y="5717265"/>
            <a:ext cx="3250096" cy="56189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D" dirty="0"/>
              <a:t>Canon 1200 D	Rp2.499.999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221DD7-52FD-460B-AA23-B185696A4DFD}"/>
              </a:ext>
            </a:extLst>
          </p:cNvPr>
          <p:cNvSpPr txBox="1"/>
          <p:nvPr/>
        </p:nvSpPr>
        <p:spPr>
          <a:xfrm>
            <a:off x="834887" y="871330"/>
            <a:ext cx="270344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200" dirty="0"/>
              <a:t>CANON 1300D KIT 18-55M III DSLR CAMERA ORIGINAL PAKET BONUS	Rp3.150.000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1328C4-6345-4E80-83FB-0DBCC8C30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308" y="3366052"/>
            <a:ext cx="3099146" cy="3099146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0E2087-74EC-431E-A966-4C405849E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8930" y="1933159"/>
            <a:ext cx="3629235" cy="3629235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36107939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79F0D-CDB1-4F8D-A9BB-4CB1DC41D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 err="1"/>
              <a:t>Lensa</a:t>
            </a:r>
            <a:endParaRPr lang="en-ID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C551A7C-A4C3-4A07-BD02-450E6A645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 err="1"/>
              <a:t>Lensa</a:t>
            </a:r>
            <a:r>
              <a:rPr lang="en-ID" dirty="0"/>
              <a:t> </a:t>
            </a:r>
            <a:r>
              <a:rPr lang="en-ID" dirty="0" err="1"/>
              <a:t>kamera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lensa</a:t>
            </a:r>
            <a:r>
              <a:rPr lang="en-ID" dirty="0"/>
              <a:t> </a:t>
            </a:r>
            <a:r>
              <a:rPr lang="en-ID" dirty="0" err="1"/>
              <a:t>optik</a:t>
            </a:r>
            <a:r>
              <a:rPr lang="en-ID" dirty="0"/>
              <a:t> yang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bersamaan</a:t>
            </a:r>
            <a:endParaRPr lang="en-ID" dirty="0"/>
          </a:p>
          <a:p>
            <a:pPr marL="0" indent="0">
              <a:buNone/>
            </a:pP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bodi</a:t>
            </a:r>
            <a:r>
              <a:rPr lang="en-ID" dirty="0"/>
              <a:t> </a:t>
            </a:r>
            <a:r>
              <a:rPr lang="en-ID" dirty="0" err="1"/>
              <a:t>kamera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gambar</a:t>
            </a:r>
            <a:r>
              <a:rPr lang="en-ID" dirty="0"/>
              <a:t>, </a:t>
            </a:r>
            <a:r>
              <a:rPr lang="en-ID" dirty="0" err="1"/>
              <a:t>baik</a:t>
            </a:r>
            <a:r>
              <a:rPr lang="en-ID" dirty="0"/>
              <a:t> pada film, </a:t>
            </a:r>
            <a:r>
              <a:rPr lang="en-ID" dirty="0" err="1"/>
              <a:t>benda</a:t>
            </a:r>
            <a:r>
              <a:rPr lang="en-ID" dirty="0"/>
              <a:t>,</a:t>
            </a:r>
          </a:p>
          <a:p>
            <a:pPr marL="0" indent="0">
              <a:buNone/>
            </a:pPr>
            <a:r>
              <a:rPr lang="en-ID" dirty="0" err="1"/>
              <a:t>maupun</a:t>
            </a:r>
            <a:r>
              <a:rPr lang="en-ID" dirty="0"/>
              <a:t> media </a:t>
            </a:r>
            <a:r>
              <a:rPr lang="en-ID" dirty="0" err="1"/>
              <a:t>lainnya</a:t>
            </a:r>
            <a:r>
              <a:rPr lang="en-ID" dirty="0"/>
              <a:t> yang </a:t>
            </a:r>
            <a:r>
              <a:rPr lang="en-ID" dirty="0" err="1"/>
              <a:t>mampu</a:t>
            </a:r>
            <a:r>
              <a:rPr lang="en-ID" dirty="0"/>
              <a:t> </a:t>
            </a:r>
            <a:r>
              <a:rPr lang="en-ID" dirty="0" err="1"/>
              <a:t>menyimpan</a:t>
            </a:r>
            <a:r>
              <a:rPr lang="en-ID" dirty="0"/>
              <a:t> </a:t>
            </a:r>
            <a:r>
              <a:rPr lang="en-ID" dirty="0" err="1"/>
              <a:t>gambar</a:t>
            </a:r>
            <a:r>
              <a:rPr lang="en-ID" dirty="0"/>
              <a:t> </a:t>
            </a:r>
            <a:r>
              <a:rPr lang="en-ID" dirty="0" err="1"/>
              <a:t>secara</a:t>
            </a:r>
            <a:endParaRPr lang="en-ID" dirty="0"/>
          </a:p>
          <a:p>
            <a:pPr marL="0" indent="0">
              <a:buNone/>
            </a:pPr>
            <a:r>
              <a:rPr lang="en-ID" dirty="0" err="1"/>
              <a:t>elektronik</a:t>
            </a:r>
            <a:r>
              <a:rPr lang="en-ID" dirty="0"/>
              <a:t>. </a:t>
            </a:r>
            <a:r>
              <a:rPr lang="en-ID" dirty="0" err="1"/>
              <a:t>Lensa</a:t>
            </a:r>
            <a:r>
              <a:rPr lang="en-ID" dirty="0"/>
              <a:t> </a:t>
            </a:r>
            <a:r>
              <a:rPr lang="en-ID" dirty="0" err="1"/>
              <a:t>kamera</a:t>
            </a:r>
            <a:r>
              <a:rPr lang="en-ID" dirty="0"/>
              <a:t> dan </a:t>
            </a:r>
            <a:r>
              <a:rPr lang="en-ID" dirty="0" err="1"/>
              <a:t>bodi</a:t>
            </a:r>
            <a:r>
              <a:rPr lang="en-ID" dirty="0"/>
              <a:t> </a:t>
            </a:r>
            <a:r>
              <a:rPr lang="en-ID" dirty="0" err="1"/>
              <a:t>kamera</a:t>
            </a:r>
            <a:r>
              <a:rPr lang="en-ID" dirty="0"/>
              <a:t> </a:t>
            </a:r>
            <a:r>
              <a:rPr lang="en-ID" dirty="0" err="1"/>
              <a:t>merupakan</a:t>
            </a:r>
            <a:r>
              <a:rPr lang="en-ID" dirty="0"/>
              <a:t> </a:t>
            </a:r>
            <a:r>
              <a:rPr lang="en-ID" dirty="0" err="1"/>
              <a:t>suatu</a:t>
            </a:r>
            <a:r>
              <a:rPr lang="en-ID" dirty="0"/>
              <a:t> </a:t>
            </a:r>
            <a:r>
              <a:rPr lang="en-ID" dirty="0" err="1"/>
              <a:t>kesatuan</a:t>
            </a:r>
            <a:endParaRPr lang="en-ID" dirty="0"/>
          </a:p>
          <a:p>
            <a:pPr marL="0" indent="0">
              <a:buNone/>
            </a:pPr>
            <a:r>
              <a:rPr lang="en-ID" dirty="0"/>
              <a:t>yang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dipisahkan</a:t>
            </a:r>
            <a:r>
              <a:rPr lang="en-ID" dirty="0"/>
              <a:t>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1038942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FC740-1727-48B0-B92F-CE0F6803D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 err="1"/>
              <a:t>Lensa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F5231-D109-40D9-85A4-D6C6C46AE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88965" y="5845811"/>
            <a:ext cx="4084983" cy="495631"/>
          </a:xfrm>
        </p:spPr>
        <p:txBody>
          <a:bodyPr>
            <a:noAutofit/>
          </a:bodyPr>
          <a:lstStyle/>
          <a:p>
            <a:r>
              <a:rPr lang="en-ID" dirty="0" err="1"/>
              <a:t>Lensa</a:t>
            </a:r>
            <a:r>
              <a:rPr lang="en-ID" dirty="0"/>
              <a:t> kit canon 18-55mm	Rp800,000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D7962E-32BB-4B38-8A02-9B413B0725EE}"/>
              </a:ext>
            </a:extLst>
          </p:cNvPr>
          <p:cNvSpPr txBox="1"/>
          <p:nvPr/>
        </p:nvSpPr>
        <p:spPr>
          <a:xfrm>
            <a:off x="1504121" y="949405"/>
            <a:ext cx="278295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200" dirty="0"/>
              <a:t>LENSA FIX CANON 50MM		Rp1,300,000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12180D-F7DB-4383-9981-FC9C57330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371" y="2474014"/>
            <a:ext cx="3923471" cy="392347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BAECD3-D943-4564-9ED7-A468B19766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4886" y="2524655"/>
            <a:ext cx="4029757" cy="2826844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10078138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6D5DF-1CE4-482C-B6CC-56EBE12F1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 </a:t>
            </a:r>
            <a:r>
              <a:rPr lang="en-ID" b="1" dirty="0"/>
              <a:t>Flash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8C2BA-CBEB-40BE-86A7-A0E966EE2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Flash </a:t>
            </a:r>
            <a:r>
              <a:rPr lang="en-ID" dirty="0" err="1"/>
              <a:t>kamera</a:t>
            </a:r>
            <a:r>
              <a:rPr lang="en-ID" dirty="0"/>
              <a:t>, juga </a:t>
            </a:r>
            <a:r>
              <a:rPr lang="en-ID" dirty="0" err="1"/>
              <a:t>dikenal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lampu</a:t>
            </a:r>
            <a:r>
              <a:rPr lang="en-ID" dirty="0"/>
              <a:t> </a:t>
            </a:r>
            <a:r>
              <a:rPr lang="en-ID" dirty="0" err="1"/>
              <a:t>kilat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blitz,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perangkat</a:t>
            </a:r>
            <a:r>
              <a:rPr lang="en-ID" dirty="0"/>
              <a:t> </a:t>
            </a:r>
            <a:r>
              <a:rPr lang="en-ID" dirty="0" err="1"/>
              <a:t>tambahan</a:t>
            </a:r>
            <a:r>
              <a:rPr lang="en-ID" dirty="0"/>
              <a:t> yang </a:t>
            </a:r>
            <a:r>
              <a:rPr lang="en-ID" dirty="0" err="1"/>
              <a:t>dipasang</a:t>
            </a:r>
            <a:r>
              <a:rPr lang="en-ID" dirty="0"/>
              <a:t> pada </a:t>
            </a:r>
            <a:r>
              <a:rPr lang="en-ID" dirty="0" err="1"/>
              <a:t>kamera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menambah</a:t>
            </a:r>
            <a:r>
              <a:rPr lang="en-ID" dirty="0"/>
              <a:t> </a:t>
            </a:r>
            <a:r>
              <a:rPr lang="en-ID" dirty="0" err="1"/>
              <a:t>cahaya</a:t>
            </a:r>
            <a:r>
              <a:rPr lang="en-ID" dirty="0"/>
              <a:t> pada </a:t>
            </a:r>
            <a:r>
              <a:rPr lang="en-ID" dirty="0" err="1"/>
              <a:t>objek</a:t>
            </a:r>
            <a:r>
              <a:rPr lang="en-ID" dirty="0"/>
              <a:t> yang </a:t>
            </a:r>
            <a:r>
              <a:rPr lang="en-ID" dirty="0" err="1"/>
              <a:t>difoto</a:t>
            </a:r>
            <a:r>
              <a:rPr lang="en-ID" dirty="0"/>
              <a:t>.</a:t>
            </a:r>
          </a:p>
          <a:p>
            <a:r>
              <a:rPr lang="en-ID" dirty="0"/>
              <a:t>Flash </a:t>
            </a:r>
            <a:r>
              <a:rPr lang="en-ID" dirty="0" err="1"/>
              <a:t>kamera</a:t>
            </a:r>
            <a:r>
              <a:rPr lang="en-ID" dirty="0"/>
              <a:t> </a:t>
            </a:r>
            <a:r>
              <a:rPr lang="en-ID" dirty="0" err="1"/>
              <a:t>menghasilkan</a:t>
            </a:r>
            <a:r>
              <a:rPr lang="en-ID" dirty="0"/>
              <a:t> </a:t>
            </a:r>
            <a:r>
              <a:rPr lang="en-ID" dirty="0" err="1"/>
              <a:t>semburan</a:t>
            </a:r>
            <a:r>
              <a:rPr lang="en-ID" dirty="0"/>
              <a:t> </a:t>
            </a:r>
            <a:r>
              <a:rPr lang="en-ID" dirty="0" err="1"/>
              <a:t>cahaya</a:t>
            </a:r>
            <a:r>
              <a:rPr lang="en-ID" dirty="0"/>
              <a:t> </a:t>
            </a:r>
            <a:r>
              <a:rPr lang="en-ID" dirty="0" err="1"/>
              <a:t>singkat</a:t>
            </a:r>
            <a:r>
              <a:rPr lang="en-ID" dirty="0"/>
              <a:t> (</a:t>
            </a:r>
            <a:r>
              <a:rPr lang="en-ID" dirty="0" err="1"/>
              <a:t>biasanya</a:t>
            </a:r>
            <a:r>
              <a:rPr lang="en-ID" dirty="0"/>
              <a:t> 1⁄1000 </a:t>
            </a:r>
            <a:r>
              <a:rPr lang="en-ID" dirty="0" err="1"/>
              <a:t>hingga</a:t>
            </a:r>
            <a:r>
              <a:rPr lang="en-ID" dirty="0"/>
              <a:t> 1⁄200 </a:t>
            </a:r>
            <a:r>
              <a:rPr lang="en-ID" dirty="0" err="1"/>
              <a:t>detik</a:t>
            </a:r>
            <a:r>
              <a:rPr lang="en-ID" dirty="0"/>
              <a:t>) pada </a:t>
            </a:r>
            <a:r>
              <a:rPr lang="en-ID" dirty="0" err="1"/>
              <a:t>suhu</a:t>
            </a:r>
            <a:r>
              <a:rPr lang="en-ID" dirty="0"/>
              <a:t> </a:t>
            </a:r>
            <a:r>
              <a:rPr lang="en-ID" dirty="0" err="1"/>
              <a:t>warna</a:t>
            </a:r>
            <a:r>
              <a:rPr lang="en-ID" dirty="0"/>
              <a:t> </a:t>
            </a:r>
            <a:r>
              <a:rPr lang="en-ID" dirty="0" err="1"/>
              <a:t>sekitar</a:t>
            </a:r>
            <a:r>
              <a:rPr lang="en-ID" dirty="0"/>
              <a:t> 5.500 K (5.230 °C; 9.440 °F). </a:t>
            </a:r>
            <a:r>
              <a:rPr lang="en-ID" dirty="0" err="1"/>
              <a:t>Tujuan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 flash </a:t>
            </a:r>
            <a:r>
              <a:rPr lang="en-ID" dirty="0" err="1"/>
              <a:t>kamera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menerangi</a:t>
            </a:r>
            <a:r>
              <a:rPr lang="en-ID" dirty="0"/>
              <a:t> </a:t>
            </a:r>
            <a:r>
              <a:rPr lang="en-ID" dirty="0" err="1"/>
              <a:t>pemandangan</a:t>
            </a:r>
            <a:r>
              <a:rPr lang="en-ID" dirty="0"/>
              <a:t> yang </a:t>
            </a:r>
            <a:r>
              <a:rPr lang="en-ID" dirty="0" err="1"/>
              <a:t>gelap</a:t>
            </a:r>
            <a:r>
              <a:rPr lang="en-ID" dirty="0"/>
              <a:t>, </a:t>
            </a:r>
            <a:r>
              <a:rPr lang="en-ID" dirty="0" err="1"/>
              <a:t>meningkatkan</a:t>
            </a:r>
            <a:r>
              <a:rPr lang="en-ID" dirty="0"/>
              <a:t> </a:t>
            </a:r>
            <a:r>
              <a:rPr lang="en-ID" dirty="0" err="1"/>
              <a:t>visibilitas</a:t>
            </a:r>
            <a:r>
              <a:rPr lang="en-ID" dirty="0"/>
              <a:t>, dan </a:t>
            </a:r>
            <a:r>
              <a:rPr lang="en-ID" dirty="0" err="1"/>
              <a:t>meningkatkan</a:t>
            </a:r>
            <a:r>
              <a:rPr lang="en-ID" dirty="0"/>
              <a:t> </a:t>
            </a:r>
            <a:r>
              <a:rPr lang="en-ID" dirty="0" err="1"/>
              <a:t>kualitas</a:t>
            </a:r>
            <a:r>
              <a:rPr lang="en-ID" dirty="0"/>
              <a:t> </a:t>
            </a:r>
            <a:r>
              <a:rPr lang="en-ID" dirty="0" err="1"/>
              <a:t>foto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403003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96C94-0579-457E-B790-E97FFC1CE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dirty="0"/>
              <a:t>Flash </a:t>
            </a:r>
            <a:r>
              <a:rPr lang="en-ID" dirty="0" err="1"/>
              <a:t>Eksternal</a:t>
            </a:r>
            <a:br>
              <a:rPr lang="en-ID" dirty="0"/>
            </a:b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608FF-2A39-44CA-8398-866288630C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1"/>
            <a:ext cx="9316329" cy="2813538"/>
          </a:xfrm>
        </p:spPr>
        <p:txBody>
          <a:bodyPr/>
          <a:lstStyle/>
          <a:p>
            <a:r>
              <a:rPr lang="en-ID" dirty="0"/>
              <a:t>Flash </a:t>
            </a:r>
            <a:r>
              <a:rPr lang="en-ID" dirty="0" err="1"/>
              <a:t>Eksternal</a:t>
            </a:r>
            <a:endParaRPr lang="en-ID" dirty="0"/>
          </a:p>
          <a:p>
            <a:pPr marL="0" indent="0">
              <a:buNone/>
            </a:pPr>
            <a:r>
              <a:rPr lang="en-ID" dirty="0"/>
              <a:t>Flash </a:t>
            </a:r>
            <a:r>
              <a:rPr lang="en-ID" dirty="0" err="1"/>
              <a:t>eksternal</a:t>
            </a:r>
            <a:r>
              <a:rPr lang="en-ID" dirty="0"/>
              <a:t> yang </a:t>
            </a:r>
            <a:r>
              <a:rPr lang="en-ID" dirty="0" err="1"/>
              <a:t>khusus</a:t>
            </a:r>
            <a:r>
              <a:rPr lang="en-ID" dirty="0"/>
              <a:t> </a:t>
            </a:r>
            <a:r>
              <a:rPr lang="en-ID" dirty="0" err="1"/>
              <a:t>dibuat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masing-masing</a:t>
            </a:r>
            <a:r>
              <a:rPr lang="en-ID" dirty="0"/>
              <a:t> model</a:t>
            </a:r>
          </a:p>
          <a:p>
            <a:pPr marL="0" indent="0">
              <a:buNone/>
            </a:pPr>
            <a:r>
              <a:rPr lang="en-ID" dirty="0" err="1"/>
              <a:t>kamera</a:t>
            </a:r>
            <a:r>
              <a:rPr lang="en-ID" dirty="0"/>
              <a:t> </a:t>
            </a:r>
            <a:r>
              <a:rPr lang="en-ID" dirty="0" err="1"/>
              <a:t>memberikan</a:t>
            </a:r>
            <a:r>
              <a:rPr lang="en-ID" dirty="0"/>
              <a:t> </a:t>
            </a:r>
            <a:r>
              <a:rPr lang="en-ID" dirty="0" err="1"/>
              <a:t>hasil</a:t>
            </a:r>
            <a:r>
              <a:rPr lang="en-ID" dirty="0"/>
              <a:t> yang </a:t>
            </a:r>
            <a:r>
              <a:rPr lang="en-ID" dirty="0" err="1"/>
              <a:t>berkualitas</a:t>
            </a:r>
            <a:r>
              <a:rPr lang="en-ID" dirty="0"/>
              <a:t>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095644-E3DF-4938-A428-54E1309B7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9970" y="3429000"/>
            <a:ext cx="3610121" cy="2955059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22086056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956EC-9058-436F-A1CE-DC5950F95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Flash Built-in (Pop-up Flash)</a:t>
            </a:r>
            <a:br>
              <a:rPr lang="en-ID" dirty="0"/>
            </a:b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1CBBE-C724-4EB9-81DD-A4ADA8B3A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Flash Built-in (Pop-up Flash)</a:t>
            </a:r>
          </a:p>
          <a:p>
            <a:pPr marL="0" indent="0">
              <a:buNone/>
            </a:pPr>
            <a:r>
              <a:rPr lang="en-ID" dirty="0" err="1"/>
              <a:t>Hampir</a:t>
            </a:r>
            <a:r>
              <a:rPr lang="en-ID" dirty="0"/>
              <a:t> </a:t>
            </a:r>
            <a:r>
              <a:rPr lang="en-ID" dirty="0" err="1"/>
              <a:t>semua</a:t>
            </a:r>
            <a:r>
              <a:rPr lang="en-ID" dirty="0"/>
              <a:t> </a:t>
            </a:r>
            <a:r>
              <a:rPr lang="en-ID" dirty="0" err="1"/>
              <a:t>kamera</a:t>
            </a:r>
            <a:r>
              <a:rPr lang="en-ID" dirty="0"/>
              <a:t> </a:t>
            </a:r>
            <a:r>
              <a:rPr lang="en-ID" dirty="0" err="1"/>
              <a:t>dilengkapi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pop-up flash yang </a:t>
            </a:r>
            <a:r>
              <a:rPr lang="en-ID" dirty="0" err="1"/>
              <a:t>ada</a:t>
            </a:r>
            <a:endParaRPr lang="en-ID" dirty="0"/>
          </a:p>
          <a:p>
            <a:pPr marL="0" indent="0">
              <a:buNone/>
            </a:pP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kamera</a:t>
            </a:r>
            <a:r>
              <a:rPr lang="en-ID" dirty="0"/>
              <a:t> (built-in). Pop-up flash yang </a:t>
            </a:r>
            <a:r>
              <a:rPr lang="en-ID" dirty="0" err="1"/>
              <a:t>ada</a:t>
            </a:r>
            <a:r>
              <a:rPr lang="en-ID" dirty="0"/>
              <a:t> di </a:t>
            </a:r>
            <a:r>
              <a:rPr lang="en-ID" dirty="0" err="1"/>
              <a:t>kamera</a:t>
            </a:r>
            <a:r>
              <a:rPr lang="en-ID" dirty="0"/>
              <a:t> </a:t>
            </a:r>
            <a:r>
              <a:rPr lang="en-ID" dirty="0" err="1"/>
              <a:t>hanya</a:t>
            </a:r>
            <a:endParaRPr lang="en-ID" dirty="0"/>
          </a:p>
          <a:p>
            <a:pPr marL="0" indent="0">
              <a:buNone/>
            </a:pPr>
            <a:r>
              <a:rPr lang="en-ID" dirty="0" err="1"/>
              <a:t>dirancang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hal</a:t>
            </a:r>
            <a:r>
              <a:rPr lang="en-ID" dirty="0"/>
              <a:t> </a:t>
            </a:r>
            <a:r>
              <a:rPr lang="en-ID" dirty="0" err="1"/>
              <a:t>saja</a:t>
            </a:r>
            <a:r>
              <a:rPr lang="en-ID" dirty="0"/>
              <a:t> </a:t>
            </a:r>
            <a:r>
              <a:rPr lang="en-ID" dirty="0" err="1"/>
              <a:t>yaitu</a:t>
            </a:r>
            <a:r>
              <a:rPr lang="en-ID" dirty="0"/>
              <a:t> </a:t>
            </a:r>
            <a:r>
              <a:rPr lang="en-ID" dirty="0" err="1"/>
              <a:t>memberikan</a:t>
            </a:r>
            <a:r>
              <a:rPr lang="en-ID" dirty="0"/>
              <a:t> </a:t>
            </a:r>
            <a:r>
              <a:rPr lang="en-ID" dirty="0" err="1"/>
              <a:t>cahaya</a:t>
            </a:r>
            <a:r>
              <a:rPr lang="en-ID" dirty="0"/>
              <a:t> yang paling</a:t>
            </a:r>
          </a:p>
          <a:p>
            <a:pPr marL="0" indent="0">
              <a:buNone/>
            </a:pPr>
            <a:r>
              <a:rPr lang="en-ID" dirty="0" err="1"/>
              <a:t>datar</a:t>
            </a:r>
            <a:r>
              <a:rPr lang="en-ID" dirty="0"/>
              <a:t>, dan paling </a:t>
            </a:r>
            <a:r>
              <a:rPr lang="en-ID" dirty="0" err="1"/>
              <a:t>keras</a:t>
            </a:r>
            <a:r>
              <a:rPr lang="en-ID" dirty="0"/>
              <a:t>. Flash </a:t>
            </a:r>
            <a:r>
              <a:rPr lang="en-ID" dirty="0" err="1"/>
              <a:t>cepat</a:t>
            </a:r>
            <a:r>
              <a:rPr lang="en-ID" dirty="0"/>
              <a:t> </a:t>
            </a:r>
            <a:r>
              <a:rPr lang="en-ID" dirty="0" err="1"/>
              <a:t>diaktifkan</a:t>
            </a:r>
            <a:r>
              <a:rPr lang="en-ID" dirty="0"/>
              <a:t> </a:t>
            </a:r>
            <a:r>
              <a:rPr lang="en-ID" dirty="0" err="1"/>
              <a:t>saat</a:t>
            </a:r>
            <a:r>
              <a:rPr lang="en-ID" dirty="0"/>
              <a:t> </a:t>
            </a:r>
            <a:r>
              <a:rPr lang="en-ID" dirty="0" err="1"/>
              <a:t>dibutuhkan</a:t>
            </a:r>
            <a:r>
              <a:rPr lang="en-ID" dirty="0"/>
              <a:t>,</a:t>
            </a:r>
          </a:p>
          <a:p>
            <a:pPr marL="0" indent="0">
              <a:buNone/>
            </a:pP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memasang</a:t>
            </a:r>
            <a:r>
              <a:rPr lang="en-ID" dirty="0"/>
              <a:t> unit yang </a:t>
            </a:r>
            <a:r>
              <a:rPr lang="en-ID" dirty="0" err="1"/>
              <a:t>terpisah</a:t>
            </a:r>
            <a:r>
              <a:rPr lang="en-ID" dirty="0"/>
              <a:t> dan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harus</a:t>
            </a:r>
            <a:endParaRPr lang="en-ID" dirty="0"/>
          </a:p>
          <a:p>
            <a:pPr marL="0" indent="0">
              <a:buNone/>
            </a:pPr>
            <a:r>
              <a:rPr lang="en-ID" dirty="0" err="1"/>
              <a:t>menambah</a:t>
            </a:r>
            <a:r>
              <a:rPr lang="en-ID" dirty="0"/>
              <a:t> </a:t>
            </a:r>
            <a:r>
              <a:rPr lang="en-ID" dirty="0" err="1"/>
              <a:t>beban</a:t>
            </a:r>
            <a:r>
              <a:rPr lang="en-ID" dirty="0"/>
              <a:t> pada </a:t>
            </a:r>
            <a:r>
              <a:rPr lang="en-ID" dirty="0" err="1"/>
              <a:t>tas</a:t>
            </a:r>
            <a:r>
              <a:rPr lang="en-ID" dirty="0"/>
              <a:t> </a:t>
            </a:r>
            <a:r>
              <a:rPr lang="en-ID" dirty="0" err="1"/>
              <a:t>kamera</a:t>
            </a:r>
            <a:r>
              <a:rPr lang="en-ID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3612251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8F84F-44E2-409D-833F-ADAC22FF4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Filter </a:t>
            </a:r>
            <a:r>
              <a:rPr lang="en-ID" b="1" dirty="0" err="1"/>
              <a:t>Lensa</a:t>
            </a:r>
            <a:r>
              <a:rPr lang="en-ID" b="1" dirty="0"/>
              <a:t> </a:t>
            </a:r>
            <a:r>
              <a:rPr lang="en-ID" b="1" dirty="0" err="1"/>
              <a:t>Kamera</a:t>
            </a:r>
            <a:br>
              <a:rPr lang="en-ID" dirty="0"/>
            </a:b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9B2F4-1235-42EB-9FCE-051FBD9F0D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Filter </a:t>
            </a:r>
            <a:r>
              <a:rPr lang="en-ID" dirty="0" err="1"/>
              <a:t>Lensa</a:t>
            </a:r>
            <a:r>
              <a:rPr lang="en-ID" dirty="0"/>
              <a:t> </a:t>
            </a:r>
            <a:r>
              <a:rPr lang="en-ID" dirty="0" err="1"/>
              <a:t>Kamera</a:t>
            </a:r>
            <a:endParaRPr lang="en-ID" dirty="0"/>
          </a:p>
          <a:p>
            <a:pPr marL="0" indent="0">
              <a:buNone/>
            </a:pPr>
            <a:r>
              <a:rPr lang="en-ID" dirty="0"/>
              <a:t>Filter </a:t>
            </a:r>
            <a:r>
              <a:rPr lang="en-ID" dirty="0" err="1"/>
              <a:t>lensa</a:t>
            </a:r>
            <a:r>
              <a:rPr lang="en-ID" dirty="0"/>
              <a:t> </a:t>
            </a:r>
            <a:r>
              <a:rPr lang="en-ID" dirty="0" err="1"/>
              <a:t>merupakan</a:t>
            </a:r>
            <a:r>
              <a:rPr lang="en-ID" dirty="0"/>
              <a:t> </a:t>
            </a:r>
            <a:r>
              <a:rPr lang="en-ID" dirty="0" err="1"/>
              <a:t>kaca</a:t>
            </a:r>
            <a:r>
              <a:rPr lang="en-ID" dirty="0"/>
              <a:t> </a:t>
            </a:r>
            <a:r>
              <a:rPr lang="en-ID" dirty="0" err="1"/>
              <a:t>transparan</a:t>
            </a:r>
            <a:r>
              <a:rPr lang="en-ID" dirty="0"/>
              <a:t> yang </a:t>
            </a:r>
            <a:r>
              <a:rPr lang="en-ID" dirty="0" err="1"/>
              <a:t>umumnya</a:t>
            </a:r>
            <a:r>
              <a:rPr lang="en-ID" dirty="0"/>
              <a:t> </a:t>
            </a:r>
            <a:r>
              <a:rPr lang="en-ID" dirty="0" err="1"/>
              <a:t>terpasang</a:t>
            </a:r>
            <a:r>
              <a:rPr lang="en-ID" dirty="0"/>
              <a:t> di</a:t>
            </a:r>
          </a:p>
          <a:p>
            <a:pPr marL="0" indent="0">
              <a:buNone/>
            </a:pPr>
            <a:r>
              <a:rPr lang="en-ID" dirty="0" err="1"/>
              <a:t>bagian</a:t>
            </a:r>
            <a:r>
              <a:rPr lang="en-ID" dirty="0"/>
              <a:t> </a:t>
            </a:r>
            <a:r>
              <a:rPr lang="en-ID" dirty="0" err="1"/>
              <a:t>depan</a:t>
            </a:r>
            <a:r>
              <a:rPr lang="en-ID" dirty="0"/>
              <a:t> filter. Filter </a:t>
            </a:r>
            <a:r>
              <a:rPr lang="en-ID" dirty="0" err="1"/>
              <a:t>lensa</a:t>
            </a:r>
            <a:r>
              <a:rPr lang="en-ID" dirty="0"/>
              <a:t> </a:t>
            </a:r>
            <a:r>
              <a:rPr lang="en-ID" dirty="0" err="1"/>
              <a:t>berfungsi</a:t>
            </a:r>
            <a:r>
              <a:rPr lang="en-ID" dirty="0"/>
              <a:t> </a:t>
            </a:r>
            <a:r>
              <a:rPr lang="en-ID" dirty="0" err="1"/>
              <a:t>melindungi</a:t>
            </a:r>
            <a:r>
              <a:rPr lang="en-ID" dirty="0"/>
              <a:t> </a:t>
            </a:r>
            <a:r>
              <a:rPr lang="en-ID" dirty="0" err="1"/>
              <a:t>fisik</a:t>
            </a:r>
            <a:r>
              <a:rPr lang="en-ID" dirty="0"/>
              <a:t> </a:t>
            </a:r>
            <a:r>
              <a:rPr lang="en-ID" dirty="0" err="1"/>
              <a:t>lensa</a:t>
            </a:r>
            <a:r>
              <a:rPr lang="en-ID" dirty="0"/>
              <a:t>,</a:t>
            </a:r>
          </a:p>
          <a:p>
            <a:pPr marL="0" indent="0">
              <a:buNone/>
            </a:pPr>
            <a:r>
              <a:rPr lang="en-ID" dirty="0" err="1"/>
              <a:t>mengubah</a:t>
            </a:r>
            <a:r>
              <a:rPr lang="en-ID" dirty="0"/>
              <a:t> </a:t>
            </a:r>
            <a:r>
              <a:rPr lang="en-ID" dirty="0" err="1"/>
              <a:t>karakteristik</a:t>
            </a:r>
            <a:r>
              <a:rPr lang="en-ID" dirty="0"/>
              <a:t> </a:t>
            </a:r>
            <a:r>
              <a:rPr lang="en-ID" dirty="0" err="1"/>
              <a:t>cahaya</a:t>
            </a:r>
            <a:r>
              <a:rPr lang="en-ID" dirty="0"/>
              <a:t> yang </a:t>
            </a:r>
            <a:r>
              <a:rPr lang="en-ID" dirty="0" err="1"/>
              <a:t>melewati</a:t>
            </a:r>
            <a:r>
              <a:rPr lang="en-ID" dirty="0"/>
              <a:t> </a:t>
            </a:r>
            <a:r>
              <a:rPr lang="en-ID" dirty="0" err="1"/>
              <a:t>lensa</a:t>
            </a:r>
            <a:r>
              <a:rPr lang="en-ID" dirty="0"/>
              <a:t>,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memberi</a:t>
            </a:r>
            <a:endParaRPr lang="en-ID" dirty="0"/>
          </a:p>
          <a:p>
            <a:pPr marL="0" indent="0">
              <a:buNone/>
            </a:pPr>
            <a:r>
              <a:rPr lang="en-ID" dirty="0" err="1"/>
              <a:t>efek</a:t>
            </a:r>
            <a:r>
              <a:rPr lang="en-ID" dirty="0"/>
              <a:t> </a:t>
            </a:r>
            <a:r>
              <a:rPr lang="en-ID" dirty="0" err="1"/>
              <a:t>khusus</a:t>
            </a:r>
            <a:r>
              <a:rPr lang="en-ID" dirty="0"/>
              <a:t> pada </a:t>
            </a:r>
            <a:r>
              <a:rPr lang="en-ID" dirty="0" err="1"/>
              <a:t>hasil</a:t>
            </a:r>
            <a:r>
              <a:rPr lang="en-ID" dirty="0"/>
              <a:t> </a:t>
            </a:r>
            <a:r>
              <a:rPr lang="en-ID" dirty="0" err="1"/>
              <a:t>fot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5926972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5DC77-DF4C-4E4D-8820-0CBCE2FBC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Filter Neutral Density (ND)</a:t>
            </a:r>
            <a:br>
              <a:rPr lang="en-ID" dirty="0"/>
            </a:b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FC962-824B-4CDE-9071-92453A3428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D" dirty="0"/>
              <a:t>Filter Neutral Density (ND)</a:t>
            </a:r>
          </a:p>
          <a:p>
            <a:pPr marL="0" indent="0">
              <a:buNone/>
            </a:pPr>
            <a:r>
              <a:rPr lang="en-ID" dirty="0"/>
              <a:t>Filter ND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bentuk</a:t>
            </a:r>
            <a:r>
              <a:rPr lang="en-ID" dirty="0"/>
              <a:t> </a:t>
            </a:r>
            <a:r>
              <a:rPr lang="en-ID" dirty="0" err="1"/>
              <a:t>fisik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berbentuk</a:t>
            </a:r>
            <a:r>
              <a:rPr lang="en-ID" dirty="0"/>
              <a:t> </a:t>
            </a:r>
            <a:r>
              <a:rPr lang="en-ID" dirty="0" err="1"/>
              <a:t>ulir</a:t>
            </a:r>
            <a:r>
              <a:rPr lang="en-ID" dirty="0"/>
              <a:t> </a:t>
            </a:r>
            <a:r>
              <a:rPr lang="en-ID" dirty="0" err="1"/>
              <a:t>maupun</a:t>
            </a:r>
            <a:r>
              <a:rPr lang="en-ID" dirty="0"/>
              <a:t> flat slot.</a:t>
            </a:r>
          </a:p>
          <a:p>
            <a:pPr marL="0" indent="0">
              <a:buNone/>
            </a:pPr>
            <a:r>
              <a:rPr lang="en-ID" dirty="0"/>
              <a:t>Kata “neutral” </a:t>
            </a:r>
            <a:r>
              <a:rPr lang="en-ID" dirty="0" err="1"/>
              <a:t>kurang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sifatnya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mengubah</a:t>
            </a:r>
            <a:r>
              <a:rPr lang="en-ID" dirty="0"/>
              <a:t> </a:t>
            </a:r>
            <a:r>
              <a:rPr lang="en-ID" dirty="0" err="1"/>
              <a:t>arah</a:t>
            </a:r>
            <a:endParaRPr lang="en-ID" dirty="0"/>
          </a:p>
          <a:p>
            <a:pPr marL="0" indent="0">
              <a:buNone/>
            </a:pPr>
            <a:r>
              <a:rPr lang="en-ID" dirty="0" err="1"/>
              <a:t>maupun</a:t>
            </a:r>
            <a:r>
              <a:rPr lang="en-ID" dirty="0"/>
              <a:t> </a:t>
            </a:r>
            <a:r>
              <a:rPr lang="en-ID" dirty="0" err="1"/>
              <a:t>karakter</a:t>
            </a:r>
            <a:r>
              <a:rPr lang="en-ID" dirty="0"/>
              <a:t> </a:t>
            </a:r>
            <a:r>
              <a:rPr lang="en-ID" dirty="0" err="1"/>
              <a:t>cahaya</a:t>
            </a:r>
            <a:r>
              <a:rPr lang="en-ID" dirty="0"/>
              <a:t>. </a:t>
            </a:r>
            <a:r>
              <a:rPr lang="en-ID" dirty="0" err="1"/>
              <a:t>Sementara</a:t>
            </a:r>
            <a:r>
              <a:rPr lang="en-ID" dirty="0"/>
              <a:t> kata “density” </a:t>
            </a:r>
            <a:r>
              <a:rPr lang="en-ID" dirty="0" err="1"/>
              <a:t>karena</a:t>
            </a:r>
            <a:endParaRPr lang="en-ID" dirty="0"/>
          </a:p>
          <a:p>
            <a:pPr marL="0" indent="0">
              <a:buNone/>
            </a:pPr>
            <a:r>
              <a:rPr lang="en-ID" dirty="0" err="1"/>
              <a:t>sifatnya</a:t>
            </a:r>
            <a:r>
              <a:rPr lang="en-ID" dirty="0"/>
              <a:t> </a:t>
            </a:r>
            <a:r>
              <a:rPr lang="en-ID" dirty="0" err="1"/>
              <a:t>mengurangi</a:t>
            </a:r>
            <a:r>
              <a:rPr lang="en-ID" dirty="0"/>
              <a:t> </a:t>
            </a:r>
            <a:r>
              <a:rPr lang="en-ID" dirty="0" err="1"/>
              <a:t>intensitas</a:t>
            </a:r>
            <a:r>
              <a:rPr lang="en-ID" dirty="0"/>
              <a:t> </a:t>
            </a:r>
            <a:r>
              <a:rPr lang="en-ID" dirty="0" err="1"/>
              <a:t>cahaya</a:t>
            </a:r>
            <a:r>
              <a:rPr lang="en-ID" dirty="0"/>
              <a:t>. Jadi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diartikan</a:t>
            </a:r>
            <a:r>
              <a:rPr lang="en-ID" dirty="0"/>
              <a:t> </a:t>
            </a:r>
            <a:r>
              <a:rPr lang="en-ID" dirty="0" err="1"/>
              <a:t>sebagai</a:t>
            </a:r>
            <a:endParaRPr lang="en-ID" dirty="0"/>
          </a:p>
          <a:p>
            <a:pPr marL="0" indent="0">
              <a:buNone/>
            </a:pPr>
            <a:r>
              <a:rPr lang="en-ID" dirty="0"/>
              <a:t>filter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mengurangi</a:t>
            </a:r>
            <a:r>
              <a:rPr lang="en-ID" dirty="0"/>
              <a:t> </a:t>
            </a:r>
            <a:r>
              <a:rPr lang="en-ID" dirty="0" err="1"/>
              <a:t>intensitas</a:t>
            </a:r>
            <a:r>
              <a:rPr lang="en-ID" dirty="0"/>
              <a:t> </a:t>
            </a:r>
            <a:r>
              <a:rPr lang="en-ID" dirty="0" err="1"/>
              <a:t>cahaya</a:t>
            </a:r>
            <a:r>
              <a:rPr lang="en-ID" dirty="0"/>
              <a:t> </a:t>
            </a:r>
            <a:r>
              <a:rPr lang="en-ID" dirty="0" err="1"/>
              <a:t>namun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mengubah</a:t>
            </a:r>
            <a:endParaRPr lang="en-ID" dirty="0"/>
          </a:p>
          <a:p>
            <a:pPr marL="0" indent="0">
              <a:buNone/>
            </a:pPr>
            <a:r>
              <a:rPr lang="en-ID" dirty="0" err="1"/>
              <a:t>karakternya</a:t>
            </a:r>
            <a:r>
              <a:rPr lang="en-ID" dirty="0"/>
              <a:t>. </a:t>
            </a:r>
            <a:r>
              <a:rPr lang="en-ID" dirty="0" err="1"/>
              <a:t>Sering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menciptakan</a:t>
            </a:r>
            <a:r>
              <a:rPr lang="en-ID" dirty="0"/>
              <a:t> </a:t>
            </a:r>
            <a:r>
              <a:rPr lang="en-ID" dirty="0" err="1"/>
              <a:t>efek</a:t>
            </a:r>
            <a:r>
              <a:rPr lang="en-ID" dirty="0"/>
              <a:t> air</a:t>
            </a:r>
          </a:p>
          <a:p>
            <a:pPr marL="0" indent="0">
              <a:buNone/>
            </a:pPr>
            <a:r>
              <a:rPr lang="en-ID" dirty="0" err="1"/>
              <a:t>berkabut</a:t>
            </a:r>
            <a:r>
              <a:rPr lang="en-ID" dirty="0"/>
              <a:t> dan </a:t>
            </a:r>
            <a:r>
              <a:rPr lang="en-ID" dirty="0" err="1"/>
              <a:t>efek</a:t>
            </a:r>
            <a:r>
              <a:rPr lang="en-ID" dirty="0"/>
              <a:t> blur,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mengurangi</a:t>
            </a:r>
            <a:r>
              <a:rPr lang="en-ID" dirty="0"/>
              <a:t> </a:t>
            </a:r>
            <a:r>
              <a:rPr lang="en-ID" dirty="0" err="1"/>
              <a:t>resiko</a:t>
            </a:r>
            <a:endParaRPr lang="en-ID" dirty="0"/>
          </a:p>
          <a:p>
            <a:pPr marL="0" indent="0">
              <a:buNone/>
            </a:pPr>
            <a:r>
              <a:rPr lang="en-ID" dirty="0"/>
              <a:t>overexposure </a:t>
            </a:r>
            <a:r>
              <a:rPr lang="en-ID" dirty="0" err="1"/>
              <a:t>ketika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aperture </a:t>
            </a:r>
            <a:r>
              <a:rPr lang="en-ID" dirty="0" err="1"/>
              <a:t>lebar</a:t>
            </a:r>
            <a:r>
              <a:rPr lang="en-ID" dirty="0"/>
              <a:t> di </a:t>
            </a:r>
            <a:r>
              <a:rPr lang="en-ID" dirty="0" err="1"/>
              <a:t>bawah</a:t>
            </a:r>
            <a:r>
              <a:rPr lang="en-ID" dirty="0"/>
              <a:t> </a:t>
            </a:r>
            <a:r>
              <a:rPr lang="en-ID" dirty="0" err="1"/>
              <a:t>cahaya</a:t>
            </a:r>
            <a:endParaRPr lang="en-ID" dirty="0"/>
          </a:p>
          <a:p>
            <a:pPr marL="0" indent="0">
              <a:buNone/>
            </a:pPr>
            <a:r>
              <a:rPr lang="en-ID" dirty="0" err="1"/>
              <a:t>terang</a:t>
            </a:r>
            <a:r>
              <a:rPr lang="en-ID" dirty="0"/>
              <a:t>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1870051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55145-8340-4FBC-93D2-007F936B6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5748" y="764373"/>
            <a:ext cx="9480452" cy="1293028"/>
          </a:xfrm>
        </p:spPr>
        <p:txBody>
          <a:bodyPr>
            <a:normAutofit fontScale="90000"/>
          </a:bodyPr>
          <a:lstStyle/>
          <a:p>
            <a:r>
              <a:rPr lang="en-ID" b="1" dirty="0"/>
              <a:t>Filter CPL (Circular Polarizing Filter)</a:t>
            </a:r>
            <a:br>
              <a:rPr lang="en-ID" dirty="0"/>
            </a:b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943C9-C753-467A-A400-3320F7EA0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D" dirty="0"/>
              <a:t>Filter CPL (Circular Polarizing Filter)</a:t>
            </a:r>
          </a:p>
          <a:p>
            <a:pPr marL="0" indent="0">
              <a:buNone/>
            </a:pPr>
            <a:r>
              <a:rPr lang="en-ID" dirty="0"/>
              <a:t>Rupa filter CPL </a:t>
            </a:r>
            <a:r>
              <a:rPr lang="en-ID" dirty="0" err="1"/>
              <a:t>hampir</a:t>
            </a:r>
            <a:r>
              <a:rPr lang="en-ID" dirty="0"/>
              <a:t> </a:t>
            </a:r>
            <a:r>
              <a:rPr lang="en-ID" dirty="0" err="1"/>
              <a:t>sama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Filter UV yang </a:t>
            </a:r>
            <a:r>
              <a:rPr lang="en-ID" dirty="0" err="1"/>
              <a:t>transparan</a:t>
            </a:r>
            <a:r>
              <a:rPr lang="en-ID" dirty="0"/>
              <a:t>,</a:t>
            </a:r>
          </a:p>
          <a:p>
            <a:pPr marL="0" indent="0">
              <a:buNone/>
            </a:pPr>
            <a:r>
              <a:rPr lang="en-ID" dirty="0" err="1"/>
              <a:t>namun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gelap</a:t>
            </a:r>
            <a:r>
              <a:rPr lang="en-ID" dirty="0"/>
              <a:t>. Ketika </a:t>
            </a:r>
            <a:r>
              <a:rPr lang="en-ID" dirty="0" err="1"/>
              <a:t>memotret</a:t>
            </a:r>
            <a:r>
              <a:rPr lang="en-ID" dirty="0"/>
              <a:t> </a:t>
            </a:r>
            <a:r>
              <a:rPr lang="en-ID" dirty="0" err="1"/>
              <a:t>permukaan</a:t>
            </a:r>
            <a:r>
              <a:rPr lang="en-ID" dirty="0"/>
              <a:t> air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kaca</a:t>
            </a:r>
            <a:endParaRPr lang="en-ID" dirty="0"/>
          </a:p>
          <a:p>
            <a:pPr marL="0" indent="0">
              <a:buNone/>
            </a:pPr>
            <a:r>
              <a:rPr lang="en-ID" dirty="0" err="1"/>
              <a:t>biasanya</a:t>
            </a:r>
            <a:r>
              <a:rPr lang="en-ID" dirty="0"/>
              <a:t> </a:t>
            </a:r>
            <a:r>
              <a:rPr lang="en-ID" dirty="0" err="1"/>
              <a:t>ada</a:t>
            </a:r>
            <a:r>
              <a:rPr lang="en-ID" dirty="0"/>
              <a:t> </a:t>
            </a:r>
            <a:r>
              <a:rPr lang="en-ID" dirty="0" err="1"/>
              <a:t>pantulan</a:t>
            </a:r>
            <a:r>
              <a:rPr lang="en-ID" dirty="0"/>
              <a:t> </a:t>
            </a:r>
            <a:r>
              <a:rPr lang="en-ID" dirty="0" err="1"/>
              <a:t>cahaya</a:t>
            </a:r>
            <a:r>
              <a:rPr lang="en-ID" dirty="0"/>
              <a:t>.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filter </a:t>
            </a:r>
            <a:r>
              <a:rPr lang="en-ID" dirty="0" err="1"/>
              <a:t>ini</a:t>
            </a:r>
            <a:r>
              <a:rPr lang="en-ID" dirty="0"/>
              <a:t>,</a:t>
            </a:r>
          </a:p>
          <a:p>
            <a:pPr marL="0" indent="0">
              <a:buNone/>
            </a:pPr>
            <a:r>
              <a:rPr lang="en-ID" dirty="0" err="1"/>
              <a:t>pantulan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diminimalisasi</a:t>
            </a:r>
            <a:r>
              <a:rPr lang="en-ID" dirty="0"/>
              <a:t>.</a:t>
            </a:r>
          </a:p>
          <a:p>
            <a:pPr marL="0" indent="0">
              <a:buNone/>
            </a:pPr>
            <a:r>
              <a:rPr lang="en-ID" dirty="0"/>
              <a:t>Filter </a:t>
            </a:r>
            <a:r>
              <a:rPr lang="en-ID" dirty="0" err="1"/>
              <a:t>ini</a:t>
            </a:r>
            <a:r>
              <a:rPr lang="en-ID" dirty="0"/>
              <a:t> juga </a:t>
            </a:r>
            <a:r>
              <a:rPr lang="en-ID" dirty="0" err="1"/>
              <a:t>berfungsi</a:t>
            </a:r>
            <a:r>
              <a:rPr lang="en-ID" dirty="0"/>
              <a:t> </a:t>
            </a:r>
            <a:r>
              <a:rPr lang="en-ID" dirty="0" err="1"/>
              <a:t>meningkatkan</a:t>
            </a:r>
            <a:r>
              <a:rPr lang="en-ID" dirty="0"/>
              <a:t> </a:t>
            </a:r>
            <a:r>
              <a:rPr lang="en-ID" dirty="0" err="1"/>
              <a:t>warna</a:t>
            </a:r>
            <a:r>
              <a:rPr lang="en-ID" dirty="0"/>
              <a:t> dan </a:t>
            </a:r>
            <a:r>
              <a:rPr lang="en-ID" dirty="0" err="1"/>
              <a:t>kontras</a:t>
            </a:r>
            <a:endParaRPr lang="en-ID" dirty="0"/>
          </a:p>
          <a:p>
            <a:pPr marL="0" indent="0">
              <a:buNone/>
            </a:pP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hasil</a:t>
            </a:r>
            <a:r>
              <a:rPr lang="en-ID" dirty="0"/>
              <a:t> </a:t>
            </a:r>
            <a:r>
              <a:rPr lang="en-ID" dirty="0" err="1"/>
              <a:t>foto</a:t>
            </a:r>
            <a:r>
              <a:rPr lang="en-ID" dirty="0"/>
              <a:t> </a:t>
            </a:r>
            <a:r>
              <a:rPr lang="en-ID" dirty="0" err="1"/>
              <a:t>terlihat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jernih</a:t>
            </a:r>
            <a:r>
              <a:rPr lang="en-ID" dirty="0"/>
              <a:t>. </a:t>
            </a:r>
            <a:r>
              <a:rPr lang="en-ID" dirty="0" err="1"/>
              <a:t>Saat</a:t>
            </a:r>
            <a:r>
              <a:rPr lang="en-ID" dirty="0"/>
              <a:t> </a:t>
            </a:r>
            <a:r>
              <a:rPr lang="en-ID" dirty="0" err="1"/>
              <a:t>memotret</a:t>
            </a:r>
            <a:endParaRPr lang="en-ID" dirty="0"/>
          </a:p>
          <a:p>
            <a:pPr marL="0" indent="0">
              <a:buNone/>
            </a:pPr>
            <a:r>
              <a:rPr lang="en-ID" dirty="0" err="1"/>
              <a:t>pemandangan</a:t>
            </a:r>
            <a:r>
              <a:rPr lang="en-ID" dirty="0"/>
              <a:t> di </a:t>
            </a:r>
            <a:r>
              <a:rPr lang="en-ID" dirty="0" err="1"/>
              <a:t>siang</a:t>
            </a:r>
            <a:r>
              <a:rPr lang="en-ID" dirty="0"/>
              <a:t> </a:t>
            </a:r>
            <a:r>
              <a:rPr lang="en-ID" dirty="0" err="1"/>
              <a:t>hari</a:t>
            </a:r>
            <a:r>
              <a:rPr lang="en-ID" dirty="0"/>
              <a:t>, </a:t>
            </a:r>
            <a:r>
              <a:rPr lang="en-ID" dirty="0" err="1"/>
              <a:t>foto</a:t>
            </a:r>
            <a:r>
              <a:rPr lang="en-ID" dirty="0"/>
              <a:t> </a:t>
            </a:r>
            <a:r>
              <a:rPr lang="en-ID" dirty="0" err="1"/>
              <a:t>jadi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terang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buram</a:t>
            </a:r>
            <a:endParaRPr lang="en-ID" dirty="0"/>
          </a:p>
          <a:p>
            <a:pPr marL="0" indent="0">
              <a:buNone/>
            </a:pPr>
            <a:r>
              <a:rPr lang="en-ID" dirty="0" err="1"/>
              <a:t>akibat</a:t>
            </a:r>
            <a:r>
              <a:rPr lang="en-ID" dirty="0"/>
              <a:t> </a:t>
            </a:r>
            <a:r>
              <a:rPr lang="en-ID" dirty="0" err="1"/>
              <a:t>sinar</a:t>
            </a:r>
            <a:r>
              <a:rPr lang="en-ID" dirty="0"/>
              <a:t> </a:t>
            </a:r>
            <a:r>
              <a:rPr lang="en-ID" dirty="0" err="1"/>
              <a:t>matahari</a:t>
            </a:r>
            <a:r>
              <a:rPr lang="en-ID" dirty="0"/>
              <a:t>. Agar </a:t>
            </a:r>
            <a:r>
              <a:rPr lang="en-ID" dirty="0" err="1"/>
              <a:t>foto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jernih</a:t>
            </a:r>
            <a:r>
              <a:rPr lang="en-ID" dirty="0"/>
              <a:t> dan </a:t>
            </a:r>
            <a:r>
              <a:rPr lang="en-ID" dirty="0" err="1"/>
              <a:t>tajam</a:t>
            </a:r>
            <a:r>
              <a:rPr lang="en-ID" dirty="0"/>
              <a:t> </a:t>
            </a:r>
            <a:r>
              <a:rPr lang="en-ID" dirty="0" err="1"/>
              <a:t>bisa</a:t>
            </a:r>
            <a:endParaRPr lang="en-ID" dirty="0"/>
          </a:p>
          <a:p>
            <a:pPr marL="0" indent="0">
              <a:buNone/>
            </a:pPr>
            <a:r>
              <a:rPr lang="en-ID" dirty="0" err="1"/>
              <a:t>menggunakan</a:t>
            </a:r>
            <a:r>
              <a:rPr lang="en-ID" dirty="0"/>
              <a:t> Filter CPL. Filter CPL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diputar</a:t>
            </a:r>
            <a:r>
              <a:rPr lang="en-ID" dirty="0"/>
              <a:t> </a:t>
            </a:r>
            <a:r>
              <a:rPr lang="en-ID" dirty="0" err="1"/>
              <a:t>menyesuaikan</a:t>
            </a:r>
            <a:endParaRPr lang="en-ID" dirty="0"/>
          </a:p>
          <a:p>
            <a:pPr marL="0" indent="0">
              <a:buNone/>
            </a:pPr>
            <a:r>
              <a:rPr lang="en-ID" dirty="0" err="1"/>
              <a:t>arah</a:t>
            </a:r>
            <a:r>
              <a:rPr lang="en-ID" dirty="0"/>
              <a:t> </a:t>
            </a:r>
            <a:r>
              <a:rPr lang="en-ID" dirty="0" err="1"/>
              <a:t>cahaya</a:t>
            </a:r>
            <a:r>
              <a:rPr lang="en-ID" dirty="0"/>
              <a:t> </a:t>
            </a:r>
            <a:r>
              <a:rPr lang="en-ID" dirty="0" err="1"/>
              <a:t>matahari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mendapatkan</a:t>
            </a:r>
            <a:r>
              <a:rPr lang="en-ID" dirty="0"/>
              <a:t> </a:t>
            </a:r>
            <a:r>
              <a:rPr lang="en-ID" dirty="0" err="1"/>
              <a:t>hasil</a:t>
            </a:r>
            <a:r>
              <a:rPr lang="en-ID" dirty="0"/>
              <a:t> yang </a:t>
            </a:r>
            <a:r>
              <a:rPr lang="en-ID" dirty="0" err="1"/>
              <a:t>maksimal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138111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16299-AAC3-4762-817B-2E4E2F2076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9600" dirty="0" err="1"/>
              <a:t>Sekian</a:t>
            </a:r>
            <a:endParaRPr lang="en-ID" sz="9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41C4B1-ECA4-49CE-80C4-EEDB680F48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1083" y="3923923"/>
            <a:ext cx="9448800" cy="685800"/>
          </a:xfrm>
        </p:spPr>
        <p:txBody>
          <a:bodyPr>
            <a:normAutofit/>
          </a:bodyPr>
          <a:lstStyle/>
          <a:p>
            <a:r>
              <a:rPr lang="en-ID" sz="4000" dirty="0"/>
              <a:t>TERIMA KASIH</a:t>
            </a:r>
          </a:p>
        </p:txBody>
      </p:sp>
    </p:spTree>
    <p:extLst>
      <p:ext uri="{BB962C8B-B14F-4D97-AF65-F5344CB8AC3E}">
        <p14:creationId xmlns:p14="http://schemas.microsoft.com/office/powerpoint/2010/main" val="3103755088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254</TotalTime>
  <Words>1928</Words>
  <Application>Microsoft Office PowerPoint</Application>
  <PresentationFormat>Widescreen</PresentationFormat>
  <Paragraphs>190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Arial</vt:lpstr>
      <vt:lpstr>Arial Black</vt:lpstr>
      <vt:lpstr>Century Gothic</vt:lpstr>
      <vt:lpstr>Vapor Trail</vt:lpstr>
      <vt:lpstr>KAMERA</vt:lpstr>
      <vt:lpstr>Pembahasan</vt:lpstr>
      <vt:lpstr>Pengertian kamera</vt:lpstr>
      <vt:lpstr>Fungsi kamera</vt:lpstr>
      <vt:lpstr>Jenis-jenis kamera</vt:lpstr>
      <vt:lpstr>Jenis-jenis kamera</vt:lpstr>
      <vt:lpstr>Jenis-jenis kamera</vt:lpstr>
      <vt:lpstr> Kamera SLR (Single-lens Reflect Camera) </vt:lpstr>
      <vt:lpstr>Kelebihan dan kekurangan kamera SLR</vt:lpstr>
      <vt:lpstr>Kamera DSLR (Digital Single-lens Reflect Camera)</vt:lpstr>
      <vt:lpstr>Kelebihan dan kekurangan kamera DSLR</vt:lpstr>
      <vt:lpstr>Kamera mirrorless</vt:lpstr>
      <vt:lpstr>Kelebihan dan kekurangan kamera Mirrorless</vt:lpstr>
      <vt:lpstr>Kamera Saku (Digital Pocket Camera)</vt:lpstr>
      <vt:lpstr>Kelebihan dan kekurangan kamera saku</vt:lpstr>
      <vt:lpstr>Kamera instan</vt:lpstr>
      <vt:lpstr>Kelebihan dan kekurangan kamera instan</vt:lpstr>
      <vt:lpstr>Prosumer Camera/Bridge</vt:lpstr>
      <vt:lpstr>Kelebihan dan kelemahan kamera bridge</vt:lpstr>
      <vt:lpstr>Action Camera</vt:lpstr>
      <vt:lpstr>Kelebihan dan kekurangan Action camera</vt:lpstr>
      <vt:lpstr>Kamera Medium Format </vt:lpstr>
      <vt:lpstr>Kelebihan dan kekurangan kamera medium format</vt:lpstr>
      <vt:lpstr>Kamera butik (boutique camera)</vt:lpstr>
      <vt:lpstr>Kelebihan dan kekurangan kamera butik</vt:lpstr>
      <vt:lpstr>Kamera 360 derajat</vt:lpstr>
      <vt:lpstr>Kelebihan dan kekurangan kamera 360 derajat</vt:lpstr>
      <vt:lpstr>Kelebihan dan kekurangan kamera 360 derajat</vt:lpstr>
      <vt:lpstr>Kamera Mirrorless</vt:lpstr>
      <vt:lpstr>Kamera nikon</vt:lpstr>
      <vt:lpstr>Kamera canon</vt:lpstr>
      <vt:lpstr>Lensa</vt:lpstr>
      <vt:lpstr>Lensa</vt:lpstr>
      <vt:lpstr> Flash </vt:lpstr>
      <vt:lpstr>Flash Eksternal </vt:lpstr>
      <vt:lpstr>Flash Built-in (Pop-up Flash) </vt:lpstr>
      <vt:lpstr>Filter Lensa Kamera </vt:lpstr>
      <vt:lpstr>Filter Neutral Density (ND) </vt:lpstr>
      <vt:lpstr>Filter CPL (Circular Polarizing Filter) </vt:lpstr>
      <vt:lpstr>Sekian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KAMERA</dc:title>
  <dc:creator>user</dc:creator>
  <cp:lastModifiedBy>user</cp:lastModifiedBy>
  <cp:revision>1</cp:revision>
  <dcterms:created xsi:type="dcterms:W3CDTF">2024-08-29T12:41:06Z</dcterms:created>
  <dcterms:modified xsi:type="dcterms:W3CDTF">2024-08-29T16:55:55Z</dcterms:modified>
</cp:coreProperties>
</file>